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450" r:id="rId3"/>
    <p:sldId id="261" r:id="rId4"/>
    <p:sldId id="456" r:id="rId5"/>
    <p:sldId id="457" r:id="rId6"/>
    <p:sldId id="458" r:id="rId7"/>
    <p:sldId id="443" r:id="rId8"/>
    <p:sldId id="438" r:id="rId9"/>
    <p:sldId id="440" r:id="rId10"/>
    <p:sldId id="439" r:id="rId11"/>
    <p:sldId id="441" r:id="rId12"/>
    <p:sldId id="442" r:id="rId13"/>
    <p:sldId id="451" r:id="rId14"/>
    <p:sldId id="452" r:id="rId15"/>
    <p:sldId id="453" r:id="rId16"/>
    <p:sldId id="454" r:id="rId17"/>
    <p:sldId id="45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DDE144-5457-46C4-915A-8CAD3BF8CD83}" v="16" dt="2026-03-18T23:10:33.8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264" autoAdjust="0"/>
    <p:restoredTop sz="77250" autoAdjust="0"/>
  </p:normalViewPr>
  <p:slideViewPr>
    <p:cSldViewPr snapToGrid="0" snapToObjects="1">
      <p:cViewPr varScale="1">
        <p:scale>
          <a:sx n="63" d="100"/>
          <a:sy n="63" d="100"/>
        </p:scale>
        <p:origin x="89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Mohsin" userId="df76b627-ce7c-4005-88dc-15e098f355fb" providerId="ADAL" clId="{3B62111D-8EFE-472B-9F97-00499F2BB5A4}"/>
    <pc:docChg chg="undo custSel addSld modSld">
      <pc:chgData name="Muhammad Mohsin" userId="df76b627-ce7c-4005-88dc-15e098f355fb" providerId="ADAL" clId="{3B62111D-8EFE-472B-9F97-00499F2BB5A4}" dt="2026-03-18T23:31:32.402" v="135" actId="20577"/>
      <pc:docMkLst>
        <pc:docMk/>
      </pc:docMkLst>
      <pc:sldChg chg="modSp mod">
        <pc:chgData name="Muhammad Mohsin" userId="df76b627-ce7c-4005-88dc-15e098f355fb" providerId="ADAL" clId="{3B62111D-8EFE-472B-9F97-00499F2BB5A4}" dt="2026-03-18T22:57:56.462" v="60" actId="27636"/>
        <pc:sldMkLst>
          <pc:docMk/>
          <pc:sldMk cId="2915504808" sldId="450"/>
        </pc:sldMkLst>
        <pc:spChg chg="mod">
          <ac:chgData name="Muhammad Mohsin" userId="df76b627-ce7c-4005-88dc-15e098f355fb" providerId="ADAL" clId="{3B62111D-8EFE-472B-9F97-00499F2BB5A4}" dt="2026-03-18T22:57:56.462" v="60" actId="27636"/>
          <ac:spMkLst>
            <pc:docMk/>
            <pc:sldMk cId="2915504808" sldId="450"/>
            <ac:spMk id="3" creationId="{3401FB08-0D9A-744A-A038-1F1CE70734E6}"/>
          </ac:spMkLst>
        </pc:spChg>
        <pc:picChg chg="mod">
          <ac:chgData name="Muhammad Mohsin" userId="df76b627-ce7c-4005-88dc-15e098f355fb" providerId="ADAL" clId="{3B62111D-8EFE-472B-9F97-00499F2BB5A4}" dt="2026-03-18T22:37:20.762" v="0" actId="1076"/>
          <ac:picMkLst>
            <pc:docMk/>
            <pc:sldMk cId="2915504808" sldId="450"/>
            <ac:picMk id="8" creationId="{8CE3E4ED-9A03-6680-C214-6FB48DC9F126}"/>
          </ac:picMkLst>
        </pc:picChg>
      </pc:sldChg>
      <pc:sldChg chg="modSp mod">
        <pc:chgData name="Muhammad Mohsin" userId="df76b627-ce7c-4005-88dc-15e098f355fb" providerId="ADAL" clId="{3B62111D-8EFE-472B-9F97-00499F2BB5A4}" dt="2026-03-18T23:31:32.402" v="135" actId="20577"/>
        <pc:sldMkLst>
          <pc:docMk/>
          <pc:sldMk cId="0" sldId="451"/>
        </pc:sldMkLst>
        <pc:spChg chg="mod">
          <ac:chgData name="Muhammad Mohsin" userId="df76b627-ce7c-4005-88dc-15e098f355fb" providerId="ADAL" clId="{3B62111D-8EFE-472B-9F97-00499F2BB5A4}" dt="2026-03-18T22:38:05.920" v="1" actId="14100"/>
          <ac:spMkLst>
            <pc:docMk/>
            <pc:sldMk cId="0" sldId="451"/>
            <ac:spMk id="2" creationId="{00000000-0000-0000-0000-000000000000}"/>
          </ac:spMkLst>
        </pc:spChg>
        <pc:spChg chg="mod">
          <ac:chgData name="Muhammad Mohsin" userId="df76b627-ce7c-4005-88dc-15e098f355fb" providerId="ADAL" clId="{3B62111D-8EFE-472B-9F97-00499F2BB5A4}" dt="2026-03-18T23:31:32.402" v="135" actId="20577"/>
          <ac:spMkLst>
            <pc:docMk/>
            <pc:sldMk cId="0" sldId="451"/>
            <ac:spMk id="3" creationId="{00000000-0000-0000-0000-000000000000}"/>
          </ac:spMkLst>
        </pc:spChg>
      </pc:sldChg>
      <pc:sldChg chg="modSp mod">
        <pc:chgData name="Muhammad Mohsin" userId="df76b627-ce7c-4005-88dc-15e098f355fb" providerId="ADAL" clId="{3B62111D-8EFE-472B-9F97-00499F2BB5A4}" dt="2026-03-18T22:39:58.967" v="16" actId="207"/>
        <pc:sldMkLst>
          <pc:docMk/>
          <pc:sldMk cId="0" sldId="453"/>
        </pc:sldMkLst>
        <pc:spChg chg="mod">
          <ac:chgData name="Muhammad Mohsin" userId="df76b627-ce7c-4005-88dc-15e098f355fb" providerId="ADAL" clId="{3B62111D-8EFE-472B-9F97-00499F2BB5A4}" dt="2026-03-18T22:39:58.967" v="16" actId="207"/>
          <ac:spMkLst>
            <pc:docMk/>
            <pc:sldMk cId="0" sldId="453"/>
            <ac:spMk id="3" creationId="{00000000-0000-0000-0000-000000000000}"/>
          </ac:spMkLst>
        </pc:spChg>
      </pc:sldChg>
      <pc:sldChg chg="modSp mod">
        <pc:chgData name="Muhammad Mohsin" userId="df76b627-ce7c-4005-88dc-15e098f355fb" providerId="ADAL" clId="{3B62111D-8EFE-472B-9F97-00499F2BB5A4}" dt="2026-03-18T22:42:13.230" v="28" actId="207"/>
        <pc:sldMkLst>
          <pc:docMk/>
          <pc:sldMk cId="0" sldId="455"/>
        </pc:sldMkLst>
        <pc:spChg chg="mod">
          <ac:chgData name="Muhammad Mohsin" userId="df76b627-ce7c-4005-88dc-15e098f355fb" providerId="ADAL" clId="{3B62111D-8EFE-472B-9F97-00499F2BB5A4}" dt="2026-03-18T22:42:13.230" v="28" actId="207"/>
          <ac:spMkLst>
            <pc:docMk/>
            <pc:sldMk cId="0" sldId="455"/>
            <ac:spMk id="3" creationId="{00000000-0000-0000-0000-000000000000}"/>
          </ac:spMkLst>
        </pc:spChg>
      </pc:sldChg>
      <pc:sldChg chg="addSp delSp modSp add mod setBg">
        <pc:chgData name="Muhammad Mohsin" userId="df76b627-ce7c-4005-88dc-15e098f355fb" providerId="ADAL" clId="{3B62111D-8EFE-472B-9F97-00499F2BB5A4}" dt="2026-03-18T23:05:58.237" v="103" actId="26606"/>
        <pc:sldMkLst>
          <pc:docMk/>
          <pc:sldMk cId="2675722636" sldId="456"/>
        </pc:sldMkLst>
        <pc:spChg chg="mod">
          <ac:chgData name="Muhammad Mohsin" userId="df76b627-ce7c-4005-88dc-15e098f355fb" providerId="ADAL" clId="{3B62111D-8EFE-472B-9F97-00499F2BB5A4}" dt="2026-03-18T23:05:58.237" v="103" actId="26606"/>
          <ac:spMkLst>
            <pc:docMk/>
            <pc:sldMk cId="2675722636" sldId="456"/>
            <ac:spMk id="2" creationId="{E2CCC84C-9732-5AD4-44E5-B01E5512FA9D}"/>
          </ac:spMkLst>
        </pc:spChg>
        <pc:spChg chg="del mod">
          <ac:chgData name="Muhammad Mohsin" userId="df76b627-ce7c-4005-88dc-15e098f355fb" providerId="ADAL" clId="{3B62111D-8EFE-472B-9F97-00499F2BB5A4}" dt="2026-03-18T22:57:07.024" v="54" actId="478"/>
          <ac:spMkLst>
            <pc:docMk/>
            <pc:sldMk cId="2675722636" sldId="456"/>
            <ac:spMk id="3" creationId="{BF363F4D-49B2-FCE8-1ADB-76B1B71E4553}"/>
          </ac:spMkLst>
        </pc:spChg>
        <pc:spChg chg="add mod ord">
          <ac:chgData name="Muhammad Mohsin" userId="df76b627-ce7c-4005-88dc-15e098f355fb" providerId="ADAL" clId="{3B62111D-8EFE-472B-9F97-00499F2BB5A4}" dt="2026-03-18T23:01:37.277" v="73" actId="26606"/>
          <ac:spMkLst>
            <pc:docMk/>
            <pc:sldMk cId="2675722636" sldId="456"/>
            <ac:spMk id="7" creationId="{C41F42D4-A943-2D81-3C9F-823FE9566A42}"/>
          </ac:spMkLst>
        </pc:spChg>
        <pc:spChg chg="add">
          <ac:chgData name="Muhammad Mohsin" userId="df76b627-ce7c-4005-88dc-15e098f355fb" providerId="ADAL" clId="{3B62111D-8EFE-472B-9F97-00499F2BB5A4}" dt="2026-03-18T23:01:02.883" v="70"/>
          <ac:spMkLst>
            <pc:docMk/>
            <pc:sldMk cId="2675722636" sldId="456"/>
            <ac:spMk id="8" creationId="{9BADDFB5-2EB0-6866-60E4-8F9FED6F67B1}"/>
          </ac:spMkLst>
        </pc:spChg>
        <pc:spChg chg="add del">
          <ac:chgData name="Muhammad Mohsin" userId="df76b627-ce7c-4005-88dc-15e098f355fb" providerId="ADAL" clId="{3B62111D-8EFE-472B-9F97-00499F2BB5A4}" dt="2026-03-18T23:05:58.237" v="103" actId="26606"/>
          <ac:spMkLst>
            <pc:docMk/>
            <pc:sldMk cId="2675722636" sldId="456"/>
            <ac:spMk id="15" creationId="{53F29798-D584-4792-9B62-3F5F5C36D619}"/>
          </ac:spMkLst>
        </pc:spChg>
        <pc:spChg chg="add del">
          <ac:chgData name="Muhammad Mohsin" userId="df76b627-ce7c-4005-88dc-15e098f355fb" providerId="ADAL" clId="{3B62111D-8EFE-472B-9F97-00499F2BB5A4}" dt="2026-03-18T23:05:56.433" v="100" actId="26606"/>
          <ac:spMkLst>
            <pc:docMk/>
            <pc:sldMk cId="2675722636" sldId="456"/>
            <ac:spMk id="20" creationId="{53F29798-D584-4792-9B62-3F5F5C36D619}"/>
          </ac:spMkLst>
        </pc:spChg>
        <pc:spChg chg="add del">
          <ac:chgData name="Muhammad Mohsin" userId="df76b627-ce7c-4005-88dc-15e098f355fb" providerId="ADAL" clId="{3B62111D-8EFE-472B-9F97-00499F2BB5A4}" dt="2026-03-18T23:05:58.233" v="102" actId="26606"/>
          <ac:spMkLst>
            <pc:docMk/>
            <pc:sldMk cId="2675722636" sldId="456"/>
            <ac:spMk id="22" creationId="{AC477752-ACCA-41C1-9B1D-D0CED1F9CBDD}"/>
          </ac:spMkLst>
        </pc:spChg>
        <pc:spChg chg="add">
          <ac:chgData name="Muhammad Mohsin" userId="df76b627-ce7c-4005-88dc-15e098f355fb" providerId="ADAL" clId="{3B62111D-8EFE-472B-9F97-00499F2BB5A4}" dt="2026-03-18T23:05:58.237" v="103" actId="26606"/>
          <ac:spMkLst>
            <pc:docMk/>
            <pc:sldMk cId="2675722636" sldId="456"/>
            <ac:spMk id="24" creationId="{53F29798-D584-4792-9B62-3F5F5C36D619}"/>
          </ac:spMkLst>
        </pc:spChg>
        <pc:picChg chg="del">
          <ac:chgData name="Muhammad Mohsin" userId="df76b627-ce7c-4005-88dc-15e098f355fb" providerId="ADAL" clId="{3B62111D-8EFE-472B-9F97-00499F2BB5A4}" dt="2026-03-18T22:53:11.438" v="42" actId="478"/>
          <ac:picMkLst>
            <pc:docMk/>
            <pc:sldMk cId="2675722636" sldId="456"/>
            <ac:picMk id="5" creationId="{FE44F39C-A18F-207C-C16E-961F8E4D2A58}"/>
          </ac:picMkLst>
        </pc:picChg>
        <pc:picChg chg="add del mod modCrop">
          <ac:chgData name="Muhammad Mohsin" userId="df76b627-ce7c-4005-88dc-15e098f355fb" providerId="ADAL" clId="{3B62111D-8EFE-472B-9F97-00499F2BB5A4}" dt="2026-03-18T23:00:47.475" v="67" actId="478"/>
          <ac:picMkLst>
            <pc:docMk/>
            <pc:sldMk cId="2675722636" sldId="456"/>
            <ac:picMk id="6" creationId="{EAD2503D-24DA-F5B6-4967-07BC4C269074}"/>
          </ac:picMkLst>
        </pc:picChg>
        <pc:picChg chg="add mod">
          <ac:chgData name="Muhammad Mohsin" userId="df76b627-ce7c-4005-88dc-15e098f355fb" providerId="ADAL" clId="{3B62111D-8EFE-472B-9F97-00499F2BB5A4}" dt="2026-03-18T23:05:58.237" v="103" actId="26606"/>
          <ac:picMkLst>
            <pc:docMk/>
            <pc:sldMk cId="2675722636" sldId="456"/>
            <ac:picMk id="10" creationId="{4BE02D2D-C801-97AC-3D67-ECA17FD38E80}"/>
          </ac:picMkLst>
        </pc:picChg>
      </pc:sldChg>
      <pc:sldChg chg="addSp delSp modSp add mod">
        <pc:chgData name="Muhammad Mohsin" userId="df76b627-ce7c-4005-88dc-15e098f355fb" providerId="ADAL" clId="{3B62111D-8EFE-472B-9F97-00499F2BB5A4}" dt="2026-03-18T23:07:42.449" v="116" actId="26606"/>
        <pc:sldMkLst>
          <pc:docMk/>
          <pc:sldMk cId="2591245577" sldId="457"/>
        </pc:sldMkLst>
        <pc:spChg chg="mod">
          <ac:chgData name="Muhammad Mohsin" userId="df76b627-ce7c-4005-88dc-15e098f355fb" providerId="ADAL" clId="{3B62111D-8EFE-472B-9F97-00499F2BB5A4}" dt="2026-03-18T23:07:26.230" v="110" actId="26606"/>
          <ac:spMkLst>
            <pc:docMk/>
            <pc:sldMk cId="2591245577" sldId="457"/>
            <ac:spMk id="2" creationId="{CC2ED60A-62C5-BCBD-6572-B22287561564}"/>
          </ac:spMkLst>
        </pc:spChg>
        <pc:spChg chg="add mod ord">
          <ac:chgData name="Muhammad Mohsin" userId="df76b627-ce7c-4005-88dc-15e098f355fb" providerId="ADAL" clId="{3B62111D-8EFE-472B-9F97-00499F2BB5A4}" dt="2026-03-18T23:07:42.449" v="116" actId="26606"/>
          <ac:spMkLst>
            <pc:docMk/>
            <pc:sldMk cId="2591245577" sldId="457"/>
            <ac:spMk id="4" creationId="{68324EE6-E74F-30EA-EE97-D58AF996A30F}"/>
          </ac:spMkLst>
        </pc:spChg>
        <pc:spChg chg="ord">
          <ac:chgData name="Muhammad Mohsin" userId="df76b627-ce7c-4005-88dc-15e098f355fb" providerId="ADAL" clId="{3B62111D-8EFE-472B-9F97-00499F2BB5A4}" dt="2026-03-18T23:05:31.020" v="97" actId="26606"/>
          <ac:spMkLst>
            <pc:docMk/>
            <pc:sldMk cId="2591245577" sldId="457"/>
            <ac:spMk id="7" creationId="{85E6F25D-89CD-AA9F-1317-99F3D6BB4BBC}"/>
          </ac:spMkLst>
        </pc:spChg>
        <pc:spChg chg="del">
          <ac:chgData name="Muhammad Mohsin" userId="df76b627-ce7c-4005-88dc-15e098f355fb" providerId="ADAL" clId="{3B62111D-8EFE-472B-9F97-00499F2BB5A4}" dt="2026-03-18T23:05:31.020" v="97" actId="26606"/>
          <ac:spMkLst>
            <pc:docMk/>
            <pc:sldMk cId="2591245577" sldId="457"/>
            <ac:spMk id="15" creationId="{6CDBDF01-2FD2-79C4-3CE8-C43F8ADEA80C}"/>
          </ac:spMkLst>
        </pc:spChg>
        <pc:spChg chg="add del">
          <ac:chgData name="Muhammad Mohsin" userId="df76b627-ce7c-4005-88dc-15e098f355fb" providerId="ADAL" clId="{3B62111D-8EFE-472B-9F97-00499F2BB5A4}" dt="2026-03-18T23:07:42.449" v="116" actId="26606"/>
          <ac:spMkLst>
            <pc:docMk/>
            <pc:sldMk cId="2591245577" sldId="457"/>
            <ac:spMk id="2055" creationId="{1A95671B-3CC6-4792-9114-B74FAEA224E6}"/>
          </ac:spMkLst>
        </pc:spChg>
        <pc:spChg chg="add del">
          <ac:chgData name="Muhammad Mohsin" userId="df76b627-ce7c-4005-88dc-15e098f355fb" providerId="ADAL" clId="{3B62111D-8EFE-472B-9F97-00499F2BB5A4}" dt="2026-03-18T23:07:42.449" v="116" actId="26606"/>
          <ac:spMkLst>
            <pc:docMk/>
            <pc:sldMk cId="2591245577" sldId="457"/>
            <ac:spMk id="2057" creationId="{1A95671B-3CC6-4792-9114-B74FAEA224E6}"/>
          </ac:spMkLst>
        </pc:spChg>
        <pc:spChg chg="add del">
          <ac:chgData name="Muhammad Mohsin" userId="df76b627-ce7c-4005-88dc-15e098f355fb" providerId="ADAL" clId="{3B62111D-8EFE-472B-9F97-00499F2BB5A4}" dt="2026-03-18T23:07:22.501" v="108" actId="26606"/>
          <ac:spMkLst>
            <pc:docMk/>
            <pc:sldMk cId="2591245577" sldId="457"/>
            <ac:spMk id="2060" creationId="{1A95671B-3CC6-4792-9114-B74FAEA224E6}"/>
          </ac:spMkLst>
        </pc:spChg>
        <pc:spChg chg="add del">
          <ac:chgData name="Muhammad Mohsin" userId="df76b627-ce7c-4005-88dc-15e098f355fb" providerId="ADAL" clId="{3B62111D-8EFE-472B-9F97-00499F2BB5A4}" dt="2026-03-18T23:07:26.230" v="110" actId="26606"/>
          <ac:spMkLst>
            <pc:docMk/>
            <pc:sldMk cId="2591245577" sldId="457"/>
            <ac:spMk id="2062" creationId="{E9E70D72-6E23-4015-A4A6-85C120C19167}"/>
          </ac:spMkLst>
        </pc:spChg>
        <pc:spChg chg="add del">
          <ac:chgData name="Muhammad Mohsin" userId="df76b627-ce7c-4005-88dc-15e098f355fb" providerId="ADAL" clId="{3B62111D-8EFE-472B-9F97-00499F2BB5A4}" dt="2026-03-18T23:07:26.230" v="110" actId="26606"/>
          <ac:spMkLst>
            <pc:docMk/>
            <pc:sldMk cId="2591245577" sldId="457"/>
            <ac:spMk id="2063" creationId="{D1942232-83D0-49E2-AF9B-1F97E3C1EF8E}"/>
          </ac:spMkLst>
        </pc:spChg>
        <pc:grpChg chg="add del">
          <ac:chgData name="Muhammad Mohsin" userId="df76b627-ce7c-4005-88dc-15e098f355fb" providerId="ADAL" clId="{3B62111D-8EFE-472B-9F97-00499F2BB5A4}" dt="2026-03-18T23:07:26.230" v="110" actId="26606"/>
          <ac:grpSpMkLst>
            <pc:docMk/>
            <pc:sldMk cId="2591245577" sldId="457"/>
            <ac:grpSpMk id="2064" creationId="{C28A977F-B603-4D81-B0FC-C8DE048A7931}"/>
          </ac:grpSpMkLst>
        </pc:grpChg>
        <pc:grpChg chg="add del">
          <ac:chgData name="Muhammad Mohsin" userId="df76b627-ce7c-4005-88dc-15e098f355fb" providerId="ADAL" clId="{3B62111D-8EFE-472B-9F97-00499F2BB5A4}" dt="2026-03-18T23:07:26.230" v="110" actId="26606"/>
          <ac:grpSpMkLst>
            <pc:docMk/>
            <pc:sldMk cId="2591245577" sldId="457"/>
            <ac:grpSpMk id="2070" creationId="{C78D9229-E61D-4FEE-8321-2F8B64A8CADF}"/>
          </ac:grpSpMkLst>
        </pc:grpChg>
        <pc:picChg chg="del">
          <ac:chgData name="Muhammad Mohsin" userId="df76b627-ce7c-4005-88dc-15e098f355fb" providerId="ADAL" clId="{3B62111D-8EFE-472B-9F97-00499F2BB5A4}" dt="2026-03-18T23:03:25.533" v="80" actId="478"/>
          <ac:picMkLst>
            <pc:docMk/>
            <pc:sldMk cId="2591245577" sldId="457"/>
            <ac:picMk id="10" creationId="{CD684122-F85A-DCB6-22CC-6BA8593F6A64}"/>
          </ac:picMkLst>
        </pc:picChg>
        <pc:picChg chg="add mod ord">
          <ac:chgData name="Muhammad Mohsin" userId="df76b627-ce7c-4005-88dc-15e098f355fb" providerId="ADAL" clId="{3B62111D-8EFE-472B-9F97-00499F2BB5A4}" dt="2026-03-18T23:07:34.637" v="112" actId="14100"/>
          <ac:picMkLst>
            <pc:docMk/>
            <pc:sldMk cId="2591245577" sldId="457"/>
            <ac:picMk id="2050" creationId="{E07241D4-35A2-13AA-932E-41AA944E8F0C}"/>
          </ac:picMkLst>
        </pc:picChg>
      </pc:sldChg>
      <pc:sldChg chg="addSp delSp modSp add mod">
        <pc:chgData name="Muhammad Mohsin" userId="df76b627-ce7c-4005-88dc-15e098f355fb" providerId="ADAL" clId="{3B62111D-8EFE-472B-9F97-00499F2BB5A4}" dt="2026-03-18T23:28:27.960" v="131" actId="1036"/>
        <pc:sldMkLst>
          <pc:docMk/>
          <pc:sldMk cId="465326950" sldId="458"/>
        </pc:sldMkLst>
        <pc:spChg chg="mod">
          <ac:chgData name="Muhammad Mohsin" userId="df76b627-ce7c-4005-88dc-15e098f355fb" providerId="ADAL" clId="{3B62111D-8EFE-472B-9F97-00499F2BB5A4}" dt="2026-03-18T23:19:06.887" v="127" actId="26606"/>
          <ac:spMkLst>
            <pc:docMk/>
            <pc:sldMk cId="465326950" sldId="458"/>
            <ac:spMk id="2" creationId="{85ABDB22-8ACB-13B4-7D44-210824982703}"/>
          </ac:spMkLst>
        </pc:spChg>
        <pc:spChg chg="mod">
          <ac:chgData name="Muhammad Mohsin" userId="df76b627-ce7c-4005-88dc-15e098f355fb" providerId="ADAL" clId="{3B62111D-8EFE-472B-9F97-00499F2BB5A4}" dt="2026-03-18T23:10:33.802" v="125"/>
          <ac:spMkLst>
            <pc:docMk/>
            <pc:sldMk cId="465326950" sldId="458"/>
            <ac:spMk id="4" creationId="{9E3F6EBA-7FF3-5A69-B939-0988147F0408}"/>
          </ac:spMkLst>
        </pc:spChg>
        <pc:spChg chg="add del">
          <ac:chgData name="Muhammad Mohsin" userId="df76b627-ce7c-4005-88dc-15e098f355fb" providerId="ADAL" clId="{3B62111D-8EFE-472B-9F97-00499F2BB5A4}" dt="2026-03-18T23:19:06.887" v="127" actId="26606"/>
          <ac:spMkLst>
            <pc:docMk/>
            <pc:sldMk cId="465326950" sldId="458"/>
            <ac:spMk id="2055" creationId="{080C604F-9377-1C40-76E1-5A1CEE8B01F6}"/>
          </ac:spMkLst>
        </pc:spChg>
        <pc:spChg chg="add">
          <ac:chgData name="Muhammad Mohsin" userId="df76b627-ce7c-4005-88dc-15e098f355fb" providerId="ADAL" clId="{3B62111D-8EFE-472B-9F97-00499F2BB5A4}" dt="2026-03-18T23:19:06.887" v="127" actId="26606"/>
          <ac:spMkLst>
            <pc:docMk/>
            <pc:sldMk cId="465326950" sldId="458"/>
            <ac:spMk id="2060" creationId="{53F29798-D584-4792-9B62-3F5F5C36D619}"/>
          </ac:spMkLst>
        </pc:spChg>
        <pc:spChg chg="add del">
          <ac:chgData name="Muhammad Mohsin" userId="df76b627-ce7c-4005-88dc-15e098f355fb" providerId="ADAL" clId="{3B62111D-8EFE-472B-9F97-00499F2BB5A4}" dt="2026-03-18T23:10:32.670" v="123" actId="26606"/>
          <ac:spMkLst>
            <pc:docMk/>
            <pc:sldMk cId="465326950" sldId="458"/>
            <ac:spMk id="2061" creationId="{C0763A76-9F1C-4FC5-82B7-DD475DA461B2}"/>
          </ac:spMkLst>
        </pc:spChg>
        <pc:spChg chg="add del">
          <ac:chgData name="Muhammad Mohsin" userId="df76b627-ce7c-4005-88dc-15e098f355fb" providerId="ADAL" clId="{3B62111D-8EFE-472B-9F97-00499F2BB5A4}" dt="2026-03-18T23:10:32.670" v="123" actId="26606"/>
          <ac:spMkLst>
            <pc:docMk/>
            <pc:sldMk cId="465326950" sldId="458"/>
            <ac:spMk id="2063" creationId="{E81BF4F6-F2CF-4984-9D14-D6966D92F99F}"/>
          </ac:spMkLst>
        </pc:spChg>
        <pc:picChg chg="add mod ord">
          <ac:chgData name="Muhammad Mohsin" userId="df76b627-ce7c-4005-88dc-15e098f355fb" providerId="ADAL" clId="{3B62111D-8EFE-472B-9F97-00499F2BB5A4}" dt="2026-03-18T23:28:27.960" v="131" actId="1036"/>
          <ac:picMkLst>
            <pc:docMk/>
            <pc:sldMk cId="465326950" sldId="458"/>
            <ac:picMk id="5" creationId="{627043E2-3847-8ACF-B2D6-30D182638142}"/>
          </ac:picMkLst>
        </pc:picChg>
        <pc:picChg chg="del">
          <ac:chgData name="Muhammad Mohsin" userId="df76b627-ce7c-4005-88dc-15e098f355fb" providerId="ADAL" clId="{3B62111D-8EFE-472B-9F97-00499F2BB5A4}" dt="2026-03-18T23:10:13.170" v="118" actId="478"/>
          <ac:picMkLst>
            <pc:docMk/>
            <pc:sldMk cId="465326950" sldId="458"/>
            <ac:picMk id="2050" creationId="{315DE9BE-38A3-5243-2CFF-CEAA67353F91}"/>
          </ac:picMkLst>
        </pc:picChg>
        <pc:picChg chg="add del">
          <ac:chgData name="Muhammad Mohsin" userId="df76b627-ce7c-4005-88dc-15e098f355fb" providerId="ADAL" clId="{3B62111D-8EFE-472B-9F97-00499F2BB5A4}" dt="2026-03-18T23:10:32.670" v="123" actId="26606"/>
          <ac:picMkLst>
            <pc:docMk/>
            <pc:sldMk cId="465326950" sldId="458"/>
            <ac:picMk id="2057" creationId="{109AF1F0-49B7-CC7F-F6F7-E21103870FE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0FCA9-0CFE-42A3-A366-AC257B7FB50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E42C0-23EF-43A4-A898-463C18452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5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77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3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08DC9-96B9-E1ED-1DC5-C6F2015BF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07D44F-886A-B699-74F7-32A5A6009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BEA00-033C-F05A-4BE2-C2191AA35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11642-20B3-E86B-8524-5F9B10771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90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DF4C3-212E-01AD-EA13-C624C2E55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071A4-5BB6-B920-AD81-F1466AFAF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90DE1-B0CE-F6AC-3501-A2AD07AB4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09C84-6234-2C75-BEA8-1823701C7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31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02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32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8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87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6F42-0DF6-7F41-A35A-FAD2F3A30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5118C-DCD0-D744-9617-01D2A9E54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B4BA3-0746-D94F-BB7F-870DDBE0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7CEF8-1452-9D41-8466-5951F62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786E8-A2DB-B848-B3C9-CA97BCB6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6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DD6-1992-9043-B714-E15FE04C3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DF830-82BD-4940-B114-F3475445B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A5361-471F-A044-BEBB-8CBAA6C2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41ED1-C88D-EA4F-B978-BEE093B0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52ADA-09B0-AE4B-879E-F1FD87E5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0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DA8A-9BBE-7A41-8D36-6E3401F2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CE368-6C1C-1F4F-9A0B-A5211067B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D650C-963B-584D-B3F5-6E4FF673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231A2-10DA-A141-871E-943A4417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2FE58-E0ED-DF46-B00E-0ABB4AD9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5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F230-8CA3-FD41-BC35-F16072A5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A3F09-FA53-FF4B-88EA-8333733C3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783F1-26D1-5D40-9A12-02E2C1C4A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D1E2F-4257-FD4D-B3D9-E47CF61C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070D5-3DBC-E74F-B653-0BC01C07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EBBD4-8056-8844-B52B-D89E3704C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2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69CCB-7DD4-1D41-A06D-D073F312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203ED-564C-1841-9E27-C469AF24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CAE46-1764-FF4C-B795-77329DDD7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93BB7-AA0B-AE45-BC43-01AA5988F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500C5-FF8D-4A4F-960F-F0BD75438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D551B-73C4-A24B-BA74-6E6C59FE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AA90F-D25B-804A-8992-DAD4A2CC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15D27C-2D4C-1D47-BC1A-769018F6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4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D391-3397-354D-B03E-D12F1FC1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002E7-CCA7-D843-905A-9AEB8305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2A30A-0D9D-664D-87CF-2DED1BF3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1BF79-1370-1B43-BD9F-350EC461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0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06B272-B2C5-5C44-A9FF-6C3AFEBA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27FDC-6F8C-154B-903B-628A43EE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72E17-64B7-BF46-B1C6-65BB18EB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7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BBB1C-2678-AA48-9EAF-24F13FE7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7CEB6-1BB9-4A49-ACB0-B294E051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F701C-7C31-464D-92EA-6D3B097A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03C05-0FAD-C248-BE05-6ADFB2AC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B1321-CA8B-DA4A-9699-565D0453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FAA9E-5516-8F4A-89E3-0BA6CCA9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1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98A0-2D96-C042-AE94-1F461E90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8718D-8B02-6E43-A518-6B8E6AC9E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7EA38-47E1-F74D-BEDD-93FF5F975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EDC4A-53DF-9B41-9417-85A9978E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F50B7-038B-4C40-AE33-C462DAA2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76079-A2A4-7D43-8D24-D4072D56B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8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CDF9-17F4-B740-85D3-83C240BF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6216F-7B04-2D44-9728-4FFEAC9C2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5E589-A29C-9240-9B7B-DA5B4AA6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6D8C-BDEF-0A42-9921-042BECC4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049FE-9981-EA40-B956-84F8C87C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6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27DB6D-2F93-BB4A-A984-14FA758FB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0E791-A971-0648-A185-CAE72D3D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20141-DA3E-4D42-91F1-761296C42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5213-671C-2342-9274-72F87196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D649-B5F0-954A-B270-A9E372A2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77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802454-00F4-AD46-96E3-90C0EA9F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C4A82-1295-4445-851D-A797684F2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DC530-920B-6043-ACBC-31CFEDE86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96451-C226-B344-86F8-72EFF8FC2C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86808-1B08-7F46-B091-2263B0972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DF617-8746-4F49-9226-590B5586C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3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D876-732D-0240-A8A5-4C20AE8DB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66013"/>
            <a:ext cx="9144000" cy="1779354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Introduction to Computer Science and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8C55-FA11-A041-9D33-F4E3D0C99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4738"/>
            <a:ext cx="9144000" cy="2392362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/>
              <a:t>Labo 14 – C++ Pointers</a:t>
            </a:r>
          </a:p>
          <a:p>
            <a:r>
              <a:rPr lang="en-US" sz="2800" dirty="0"/>
              <a:t>Laboratory 14, March 19, 2026</a:t>
            </a:r>
          </a:p>
          <a:p>
            <a:endParaRPr lang="en-US" sz="2800" dirty="0"/>
          </a:p>
          <a:p>
            <a:r>
              <a:rPr lang="en-US" sz="2800" b="1" dirty="0"/>
              <a:t>Filippo Ricca - Muhammad Mohsin</a:t>
            </a:r>
            <a:r>
              <a:rPr lang="it-IT" sz="2000" dirty="0"/>
              <a:t>  </a:t>
            </a:r>
            <a:endParaRPr lang="en-US" sz="2800" b="1" dirty="0"/>
          </a:p>
          <a:p>
            <a:r>
              <a:rPr lang="en-US" sz="2800" b="1" dirty="0">
                <a:solidFill>
                  <a:srgbClr val="C00000"/>
                </a:solidFill>
              </a:rPr>
              <a:t>DIBRIS, University of Genova</a:t>
            </a:r>
          </a:p>
        </p:txBody>
      </p:sp>
    </p:spTree>
    <p:extLst>
      <p:ext uri="{BB962C8B-B14F-4D97-AF65-F5344CB8AC3E}">
        <p14:creationId xmlns:p14="http://schemas.microsoft.com/office/powerpoint/2010/main" val="281848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589" y="1596983"/>
            <a:ext cx="10779211" cy="2780146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Today’s lab is dedicated to </a:t>
            </a:r>
            <a:r>
              <a:rPr lang="en-US" b="1" dirty="0">
                <a:solidFill>
                  <a:srgbClr val="FF0000"/>
                </a:solidFill>
              </a:rPr>
              <a:t>C++ Pointers</a:t>
            </a:r>
          </a:p>
          <a:p>
            <a:pPr lvl="1" algn="just"/>
            <a:r>
              <a:rPr lang="en-US" dirty="0"/>
              <a:t>Exercise 1: </a:t>
            </a:r>
            <a:r>
              <a:rPr lang="en-US" b="1" dirty="0"/>
              <a:t>Matrix Traversal Using Pointers</a:t>
            </a:r>
          </a:p>
          <a:p>
            <a:pPr lvl="1" algn="just"/>
            <a:r>
              <a:rPr lang="en-US" dirty="0"/>
              <a:t>Exercise 2: </a:t>
            </a:r>
            <a:r>
              <a:rPr lang="en-US" b="1" dirty="0"/>
              <a:t>String in Reverse Order</a:t>
            </a:r>
          </a:p>
          <a:p>
            <a:pPr lvl="1" algn="just"/>
            <a:r>
              <a:rPr lang="en-US" dirty="0"/>
              <a:t>Exercise 3: </a:t>
            </a:r>
            <a:r>
              <a:rPr lang="en-US" b="1" dirty="0"/>
              <a:t>Array Traversal with Pointer Arithmetic</a:t>
            </a:r>
          </a:p>
          <a:p>
            <a:pPr lvl="1" algn="just"/>
            <a:r>
              <a:rPr lang="en-US" dirty="0"/>
              <a:t>Exercise 4: </a:t>
            </a:r>
            <a:r>
              <a:rPr lang="en-US" b="1" dirty="0"/>
              <a:t>Swapping Values Using Pointer Parameters</a:t>
            </a:r>
          </a:p>
          <a:p>
            <a:pPr lvl="1" algn="just"/>
            <a:r>
              <a:rPr lang="en-US" dirty="0"/>
              <a:t>Exercise 5: </a:t>
            </a:r>
            <a:r>
              <a:rPr lang="en-US" b="1" dirty="0"/>
              <a:t>Array Statistics with const Pointer Parameters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b="1" dirty="0"/>
              <a:t>All the C++ programs must be delivered on </a:t>
            </a:r>
            <a:r>
              <a:rPr lang="en-US" b="1" dirty="0" err="1"/>
              <a:t>Aulaweb</a:t>
            </a:r>
            <a:r>
              <a:rPr lang="en-US" b="1" dirty="0"/>
              <a:t>!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lvl="1" algn="just"/>
            <a:endParaRPr lang="en-US" dirty="0"/>
          </a:p>
        </p:txBody>
      </p:sp>
      <p:pic>
        <p:nvPicPr>
          <p:cNvPr id="5" name="Picture 4" descr="A diagram of a structure  AI-generated content may be incorrect.">
            <a:extLst>
              <a:ext uri="{FF2B5EF4-FFF2-40B4-BE49-F238E27FC236}">
                <a16:creationId xmlns:a16="http://schemas.microsoft.com/office/drawing/2014/main" id="{FC4F65B2-4415-1D1D-A0B1-64A07F92D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137" y="117479"/>
            <a:ext cx="2955217" cy="2182190"/>
          </a:xfrm>
          <a:prstGeom prst="rect">
            <a:avLst/>
          </a:prstGeom>
        </p:spPr>
      </p:pic>
      <p:pic>
        <p:nvPicPr>
          <p:cNvPr id="8" name="Picture 7" descr="A diagram of a pointer  AI-generated content may be incorrect.">
            <a:extLst>
              <a:ext uri="{FF2B5EF4-FFF2-40B4-BE49-F238E27FC236}">
                <a16:creationId xmlns:a16="http://schemas.microsoft.com/office/drawing/2014/main" id="{8CE3E4ED-9A03-6680-C214-6FB48DC9F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0909" y="4161066"/>
            <a:ext cx="3030168" cy="233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04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2EA-1ECD-407F-879E-7C1C20681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Pointers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E97875-F8D2-98C4-F6B7-382F57C3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190" y="1675481"/>
            <a:ext cx="10515600" cy="4351338"/>
          </a:xfrm>
        </p:spPr>
        <p:txBody>
          <a:bodyPr>
            <a:normAutofit/>
          </a:bodyPr>
          <a:lstStyle/>
          <a:p>
            <a:pPr marL="457200" indent="-457200" algn="just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i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Pointer variables</a:t>
            </a:r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, simply called </a:t>
            </a:r>
            <a:r>
              <a:rPr lang="en-US" altLang="en-US" sz="2800" b="1" i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pointers</a:t>
            </a:r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, are designed to hold memory addresses as their values</a:t>
            </a:r>
          </a:p>
          <a:p>
            <a:pPr marL="457200" indent="-457200" algn="just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Normally, a variable contains a specific value, e.g., an integer, a floating-point value, and a character</a:t>
            </a:r>
          </a:p>
          <a:p>
            <a:pPr marL="457200" indent="-457200" algn="just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However, </a:t>
            </a:r>
            <a:r>
              <a:rPr lang="en-US" altLang="en-US" sz="2800" b="1" dirty="0">
                <a:solidFill>
                  <a:srgbClr val="1F04E8"/>
                </a:solidFill>
                <a:latin typeface="+mn-lt"/>
                <a:cs typeface="Times New Roman" panose="02020603050405020304" pitchFamily="18" charset="0"/>
              </a:rPr>
              <a:t>a pointer contains the memory address of a variable </a:t>
            </a:r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that in turn contains a specific value</a:t>
            </a:r>
          </a:p>
        </p:txBody>
      </p:sp>
      <p:pic>
        <p:nvPicPr>
          <p:cNvPr id="5" name="Immagine 4" descr="Immagine che contiene testo, schermata, Carattere, numero  Descrizione generata automaticamente">
            <a:extLst>
              <a:ext uri="{FF2B5EF4-FFF2-40B4-BE49-F238E27FC236}">
                <a16:creationId xmlns:a16="http://schemas.microsoft.com/office/drawing/2014/main" id="{245BD043-52BF-44D6-591B-58CBE18A5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356" y="4469880"/>
            <a:ext cx="3397621" cy="223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49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E7F41-FEAA-EE99-39A0-2FE6BBAFD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2CCC84C-9732-5AD4-44E5-B01E5512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Declaring Pointers</a:t>
            </a:r>
            <a:endParaRPr lang="en-US" sz="5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E02D2D-C801-97AC-3D67-ECA17FD38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945" y="1845426"/>
            <a:ext cx="6873056" cy="4450303"/>
          </a:xfrm>
          <a:prstGeom prst="rect">
            <a:avLst/>
          </a:prstGeom>
        </p:spPr>
      </p:pic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C41F42D4-A943-2D81-3C9F-823FE9566A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0070" y="3276600"/>
            <a:ext cx="1258330" cy="125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722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3FA6D2-6D1F-35C4-C893-BE7234EA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C2ED60A-62C5-BCBD-6572-B22287561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Initializing Pointers via the Address-Of Operator (&amp;)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324EE6-E74F-30EA-EE97-D58AF996A30F}"/>
              </a:ext>
            </a:extLst>
          </p:cNvPr>
          <p:cNvSpPr txBox="1"/>
          <p:nvPr/>
        </p:nvSpPr>
        <p:spPr>
          <a:xfrm>
            <a:off x="1008184" y="1459907"/>
            <a:ext cx="10175630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When you declare a pointer variable, its content is not initialized. In other words, it contains an address </a:t>
            </a:r>
            <a:r>
              <a:rPr lang="en-US" sz="2000" b="0" i="0">
                <a:effectLst/>
              </a:rPr>
              <a:t>of </a:t>
            </a:r>
            <a:r>
              <a:rPr lang="en-US" sz="2000" b="1" i="0">
                <a:solidFill>
                  <a:srgbClr val="FF0000"/>
                </a:solidFill>
                <a:effectLst/>
              </a:rPr>
              <a:t>"somewhere", </a:t>
            </a:r>
            <a:r>
              <a:rPr lang="en-US" sz="2000" b="0" i="0">
                <a:effectLst/>
              </a:rPr>
              <a:t>which </a:t>
            </a:r>
            <a:r>
              <a:rPr lang="en-US" sz="2000" b="0" i="0" dirty="0">
                <a:effectLst/>
              </a:rPr>
              <a:t>is of course not a valid location.</a:t>
            </a: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07241D4-35A2-13AA-932E-41AA944E8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7934" y="2405149"/>
            <a:ext cx="10170035" cy="3899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85E6F25D-89CD-AA9F-1317-99F3D6BB4B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0070" y="3276600"/>
            <a:ext cx="1258330" cy="125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45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BDD82-E8A9-F969-5517-C202874D7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0" name="Rectangle 205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5ABDB22-8ACB-13B4-7D44-21082498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Initializing Pointers via the Address-Of Operator (&amp;)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7043E2-3847-8ACF-B2D6-30D182638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83961"/>
            <a:ext cx="10512547" cy="22601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3F6EBA-7FF3-5A69-B939-0988147F0408}"/>
              </a:ext>
            </a:extLst>
          </p:cNvPr>
          <p:cNvSpPr txBox="1"/>
          <p:nvPr/>
        </p:nvSpPr>
        <p:spPr>
          <a:xfrm>
            <a:off x="1008184" y="1459907"/>
            <a:ext cx="10175630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668A295D-51C2-403A-08A6-880D5F6979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0070" y="3276600"/>
            <a:ext cx="1258330" cy="125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326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48210-E6DD-3245-F2CC-1965CAD5E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6785A-9455-145B-2B91-CA92B5261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3606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At the C++ level, we have two important operators:</a:t>
            </a:r>
          </a:p>
          <a:p>
            <a:endParaRPr lang="en-US" sz="600" dirty="0"/>
          </a:p>
          <a:p>
            <a:r>
              <a:rPr lang="en-US" b="1" dirty="0"/>
              <a:t>REFERENCING OPERATOR (&amp;, ampersand)</a:t>
            </a:r>
            <a:br>
              <a:rPr lang="en-US" dirty="0"/>
            </a:br>
            <a:r>
              <a:rPr lang="en-US" dirty="0"/>
              <a:t>Given a variable x, it returns a reference corresponding to the address of x</a:t>
            </a:r>
          </a:p>
          <a:p>
            <a:endParaRPr lang="en-US" dirty="0"/>
          </a:p>
          <a:p>
            <a:endParaRPr lang="en-US" sz="600" dirty="0"/>
          </a:p>
          <a:p>
            <a:r>
              <a:rPr lang="en-US" b="1" dirty="0"/>
              <a:t>DEREFERENCING OPERATOR (*)</a:t>
            </a:r>
            <a:br>
              <a:rPr lang="en-US" dirty="0"/>
            </a:br>
            <a:r>
              <a:rPr lang="en-US" dirty="0"/>
              <a:t>Given a pointer p, it returns the variable pointed to by 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CC63D0-D625-008B-8961-949D9DF47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083" y="3260095"/>
            <a:ext cx="2487255" cy="1192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C20802-EDEA-BF1C-F700-8871CDFE1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800" y="5570870"/>
            <a:ext cx="1132399" cy="89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401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88A0F-5403-E5D4-667D-2F2D1C16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12102" cy="1325563"/>
          </a:xfrm>
        </p:spPr>
        <p:txBody>
          <a:bodyPr/>
          <a:lstStyle/>
          <a:p>
            <a:r>
              <a:rPr lang="en-US" b="1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3EC56-A95F-FFFD-12D6-BB3D06236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512" y="2565463"/>
            <a:ext cx="1609494" cy="22243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1B638C-A440-B316-0A53-532A7224F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432" y="16744"/>
            <a:ext cx="4267419" cy="2057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5047F1-7B9C-D3A4-F9EB-F955BD8B1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432" y="2135062"/>
            <a:ext cx="4267419" cy="20448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B8F018-B1E5-BED9-B7CD-5023C980A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432" y="4284153"/>
            <a:ext cx="4267420" cy="2006703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1E41E0-5620-CB0C-68FC-0C021F7F8701}"/>
              </a:ext>
            </a:extLst>
          </p:cNvPr>
          <p:cNvCxnSpPr>
            <a:endCxn id="7" idx="1"/>
          </p:cNvCxnSpPr>
          <p:nvPr/>
        </p:nvCxnSpPr>
        <p:spPr>
          <a:xfrm flipV="1">
            <a:off x="3245371" y="1045497"/>
            <a:ext cx="2021061" cy="17283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38BB378-2DA5-C9EF-A800-965904606862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818151" y="3157465"/>
            <a:ext cx="2448281" cy="692011"/>
          </a:xfrm>
          <a:prstGeom prst="curvedConnector3">
            <a:avLst>
              <a:gd name="adj1" fmla="val 1754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2090E725-C6DD-C461-AFC5-FFF577AF919B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658148" y="4706911"/>
            <a:ext cx="2608284" cy="580594"/>
          </a:xfrm>
          <a:prstGeom prst="curvedConnector3">
            <a:avLst>
              <a:gd name="adj1" fmla="val 3017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01ABBA0-5D7B-47D2-A21C-69F80787B2DA}"/>
              </a:ext>
            </a:extLst>
          </p:cNvPr>
          <p:cNvSpPr txBox="1"/>
          <p:nvPr/>
        </p:nvSpPr>
        <p:spPr>
          <a:xfrm>
            <a:off x="410023" y="5220221"/>
            <a:ext cx="2069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p points to 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1A3EAF-F640-4938-BA8A-423CA353CA9F}"/>
              </a:ext>
            </a:extLst>
          </p:cNvPr>
          <p:cNvSpPr txBox="1"/>
          <p:nvPr/>
        </p:nvSpPr>
        <p:spPr>
          <a:xfrm>
            <a:off x="8294849" y="6471924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PRINT: x 10 y 0 p 0x7fff58030ab8 *p 10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5733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72339-00C0-005D-4751-449080B77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2715"/>
            <a:ext cx="10515600" cy="1325563"/>
          </a:xfrm>
        </p:spPr>
        <p:txBody>
          <a:bodyPr/>
          <a:lstStyle/>
          <a:p>
            <a:r>
              <a:rPr lang="en-US" b="1" dirty="0"/>
              <a:t>Example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DB540-8090-311B-76D5-9C7E8E60A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1" y="1690688"/>
            <a:ext cx="1591846" cy="4463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04A52E-576A-8DE2-960D-3E8A0CD92B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025"/>
          <a:stretch/>
        </p:blipFill>
        <p:spPr>
          <a:xfrm>
            <a:off x="5002687" y="16744"/>
            <a:ext cx="4311872" cy="21066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68BF7F-F995-5528-391F-F971FCFC2D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15" b="33210"/>
          <a:stretch/>
        </p:blipFill>
        <p:spPr>
          <a:xfrm>
            <a:off x="5056832" y="2240381"/>
            <a:ext cx="4311872" cy="21066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B779F6-50F2-1E88-F755-30D9E5A177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025"/>
          <a:stretch/>
        </p:blipFill>
        <p:spPr>
          <a:xfrm>
            <a:off x="5056832" y="4430837"/>
            <a:ext cx="4311872" cy="210660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32A8EE-7812-397E-7E3F-4FA6DE68AE14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643308" y="1070045"/>
            <a:ext cx="2359379" cy="30793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724029-639E-83A5-9296-FBEC6B166199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2877441" y="3293682"/>
            <a:ext cx="2179391" cy="19468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D925D6-21B3-226D-AECB-73E5CFDA6BAB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057993" y="5484138"/>
            <a:ext cx="1998839" cy="4248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800DE7B-4FB8-CC49-5794-2DE53A92081F}"/>
              </a:ext>
            </a:extLst>
          </p:cNvPr>
          <p:cNvSpPr txBox="1"/>
          <p:nvPr/>
        </p:nvSpPr>
        <p:spPr>
          <a:xfrm>
            <a:off x="8179589" y="6475285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PRINT: x 20 y 50 p 0x7fff58030ab4 *p 50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1208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9E570-AA8D-456A-81AB-37AD9B6C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B0604-82B7-FBAB-77B3-23430BF9E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620" y="1523901"/>
            <a:ext cx="1757841" cy="4794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9F710-AEE9-3B5A-8B07-8191241039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731"/>
          <a:stretch/>
        </p:blipFill>
        <p:spPr>
          <a:xfrm>
            <a:off x="4960601" y="2240437"/>
            <a:ext cx="5988358" cy="2100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C6B1B1-F59D-24E8-7623-4137B6870D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644"/>
          <a:stretch/>
        </p:blipFill>
        <p:spPr>
          <a:xfrm>
            <a:off x="4960601" y="4456173"/>
            <a:ext cx="5988358" cy="202055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260A85-2BB7-159C-05E7-E02D409028B4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138688" y="3290688"/>
            <a:ext cx="1821913" cy="22310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470FA82-BDC1-958D-D341-EE0818060156}"/>
              </a:ext>
            </a:extLst>
          </p:cNvPr>
          <p:cNvCxnSpPr>
            <a:cxnSpLocks/>
          </p:cNvCxnSpPr>
          <p:nvPr/>
        </p:nvCxnSpPr>
        <p:spPr>
          <a:xfrm flipV="1">
            <a:off x="2968052" y="5637003"/>
            <a:ext cx="1992549" cy="5711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C9C1B05-25EA-C55B-7F0C-6C17898424B5}"/>
              </a:ext>
            </a:extLst>
          </p:cNvPr>
          <p:cNvSpPr txBox="1"/>
          <p:nvPr/>
        </p:nvSpPr>
        <p:spPr>
          <a:xfrm>
            <a:off x="7603286" y="6545606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PRINT: x 20 y 100 p 0x7fff58030ab4 *p 100 t 50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5608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1371F-5447-8F05-B363-D2219AF64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Pay attention!!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5A723-E79D-37B1-53CF-D156BAFD8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If a pointer points to an </a:t>
            </a:r>
            <a:r>
              <a:rPr lang="en-US" b="1" dirty="0">
                <a:solidFill>
                  <a:srgbClr val="FF0000"/>
                </a:solidFill>
              </a:rPr>
              <a:t>invalid memory address</a:t>
            </a:r>
            <a:r>
              <a:rPr lang="en-US" dirty="0"/>
              <a:t>, the outcome of this operation cannot be predicted</a:t>
            </a:r>
          </a:p>
          <a:p>
            <a:pPr algn="just"/>
            <a:r>
              <a:rPr lang="en-US" dirty="0"/>
              <a:t>Either the </a:t>
            </a:r>
            <a:r>
              <a:rPr lang="en-US" b="1" dirty="0">
                <a:solidFill>
                  <a:srgbClr val="FF0000"/>
                </a:solidFill>
              </a:rPr>
              <a:t>program aborts</a:t>
            </a:r>
            <a:r>
              <a:rPr lang="en-US" dirty="0"/>
              <a:t>, or the </a:t>
            </a:r>
            <a:r>
              <a:rPr lang="en-US" b="1" dirty="0">
                <a:solidFill>
                  <a:srgbClr val="FF0000"/>
                </a:solidFill>
              </a:rPr>
              <a:t>results are meaningless</a:t>
            </a:r>
            <a:r>
              <a:rPr lang="en-US" dirty="0"/>
              <a:t>...</a:t>
            </a:r>
          </a:p>
          <a:p>
            <a:pPr lvl="1" algn="just"/>
            <a:r>
              <a:rPr lang="en-US" dirty="0"/>
              <a:t>Ex. Segmentation fault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How to initialize a pointer?</a:t>
            </a:r>
          </a:p>
          <a:p>
            <a:pPr algn="just"/>
            <a:r>
              <a:rPr lang="en-US" dirty="0"/>
              <a:t>If I’m not ready to assign it a real address yet, I can use the null pointer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0469D-DCD9-5F49-8F7F-24D51E6F5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429" y="5365848"/>
            <a:ext cx="3601400" cy="112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664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0A4D079-61EB-3DEF-E2F6-06500D6F8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29" y="311481"/>
            <a:ext cx="9082464" cy="5459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F962E8-12E0-4A58-06DA-786D4E048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3370" y="5523294"/>
            <a:ext cx="1959169" cy="12441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B7AAF8-B636-EEA7-899B-EAE56C32B52B}"/>
              </a:ext>
            </a:extLst>
          </p:cNvPr>
          <p:cNvSpPr txBox="1"/>
          <p:nvPr/>
        </p:nvSpPr>
        <p:spPr>
          <a:xfrm>
            <a:off x="4764081" y="5988106"/>
            <a:ext cx="1527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Try it!</a:t>
            </a:r>
          </a:p>
        </p:txBody>
      </p:sp>
    </p:spTree>
    <p:extLst>
      <p:ext uri="{BB962C8B-B14F-4D97-AF65-F5344CB8AC3E}">
        <p14:creationId xmlns:p14="http://schemas.microsoft.com/office/powerpoint/2010/main" val="188661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84320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1: </a:t>
            </a:r>
            <a:r>
              <a:rPr lang="en-US" sz="3600" b="1" dirty="0"/>
              <a:t>Matrix Traversal Using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20"/>
            <a:ext cx="10515600" cy="49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Write a C++ program that will create a </a:t>
            </a:r>
            <a:r>
              <a:rPr lang="en-US" b="1" dirty="0">
                <a:solidFill>
                  <a:srgbClr val="FF0000"/>
                </a:solidFill>
              </a:rPr>
              <a:t>2D matrix</a:t>
            </a:r>
            <a:r>
              <a:rPr lang="en-US" dirty="0"/>
              <a:t> with user input and using pointer notation, </a:t>
            </a:r>
            <a:r>
              <a:rPr lang="en-US" b="1" dirty="0">
                <a:solidFill>
                  <a:srgbClr val="FF0000"/>
                </a:solidFill>
              </a:rPr>
              <a:t>print all the elements of matrix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Requirements:</a:t>
            </a:r>
            <a:endParaRPr lang="en-US" dirty="0"/>
          </a:p>
          <a:p>
            <a:r>
              <a:rPr lang="en-US" dirty="0"/>
              <a:t>Do not use standard array indexing like </a:t>
            </a:r>
            <a:r>
              <a:rPr lang="en-US" b="1" dirty="0" err="1">
                <a:solidFill>
                  <a:srgbClr val="FF0000"/>
                </a:solidFill>
              </a:rPr>
              <a:t>arr</a:t>
            </a:r>
            <a:r>
              <a:rPr lang="en-US" b="1" dirty="0">
                <a:solidFill>
                  <a:srgbClr val="FF0000"/>
                </a:solidFill>
              </a:rPr>
              <a:t>[</a:t>
            </a:r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][j] </a:t>
            </a:r>
            <a:r>
              <a:rPr lang="en-US" dirty="0"/>
              <a:t>for printing.</a:t>
            </a:r>
          </a:p>
          <a:p>
            <a:r>
              <a:rPr lang="en-US" dirty="0"/>
              <a:t>Use pointers to traverse the matrix.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Hint: </a:t>
            </a:r>
          </a:p>
          <a:p>
            <a:r>
              <a:rPr lang="en-US" dirty="0"/>
              <a:t>A 2D array can be accessed using pointers like: </a:t>
            </a:r>
            <a:r>
              <a:rPr lang="en-US" b="1" dirty="0"/>
              <a:t>*(*(</a:t>
            </a:r>
            <a:r>
              <a:rPr lang="en-US" b="1" dirty="0" err="1"/>
              <a:t>arr</a:t>
            </a:r>
            <a:r>
              <a:rPr lang="en-US" b="1" dirty="0"/>
              <a:t> + </a:t>
            </a:r>
            <a:r>
              <a:rPr lang="en-US" b="1" dirty="0" err="1"/>
              <a:t>i</a:t>
            </a:r>
            <a:r>
              <a:rPr lang="en-US" b="1" dirty="0"/>
              <a:t>) + j)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89707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2: </a:t>
            </a:r>
            <a:r>
              <a:rPr lang="en-US" sz="3600" b="1" dirty="0"/>
              <a:t>String in Reverse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7842"/>
            <a:ext cx="10515600" cy="495133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Write a C++ program to ask </a:t>
            </a:r>
            <a:r>
              <a:rPr lang="en-US" b="1" dirty="0"/>
              <a:t>user to enter a string </a:t>
            </a:r>
            <a:r>
              <a:rPr lang="en-US" dirty="0"/>
              <a:t>and print the string in</a:t>
            </a:r>
            <a:r>
              <a:rPr lang="en-US" b="1" dirty="0">
                <a:solidFill>
                  <a:srgbClr val="FF0000"/>
                </a:solidFill>
              </a:rPr>
              <a:t> reverse order </a:t>
            </a:r>
            <a:r>
              <a:rPr lang="en-US" dirty="0"/>
              <a:t>using a pointers. </a:t>
            </a:r>
          </a:p>
          <a:p>
            <a:pPr algn="just"/>
            <a:endParaRPr lang="en-US" dirty="0"/>
          </a:p>
          <a:p>
            <a:pPr marL="0" indent="0">
              <a:buNone/>
            </a:pPr>
            <a:r>
              <a:rPr lang="en-US" b="1" dirty="0"/>
              <a:t>Requirements:</a:t>
            </a:r>
            <a:endParaRPr lang="en-US" dirty="0"/>
          </a:p>
          <a:p>
            <a:r>
              <a:rPr lang="en-US" dirty="0"/>
              <a:t>Do not use array indexing </a:t>
            </a:r>
            <a:r>
              <a:rPr lang="en-US" b="1" dirty="0">
                <a:solidFill>
                  <a:srgbClr val="FF0000"/>
                </a:solidFill>
              </a:rPr>
              <a:t>(e.g., str[</a:t>
            </a:r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]).</a:t>
            </a:r>
          </a:p>
          <a:p>
            <a:r>
              <a:rPr lang="en-US" dirty="0"/>
              <a:t>Use pointer arithmetic only.</a:t>
            </a:r>
          </a:p>
          <a:p>
            <a:endParaRPr lang="en-US" dirty="0"/>
          </a:p>
          <a:p>
            <a:pPr marL="0" indent="0" algn="just">
              <a:buNone/>
            </a:pPr>
            <a:r>
              <a:rPr lang="en-US" b="1" dirty="0"/>
              <a:t>For example:</a:t>
            </a:r>
          </a:p>
          <a:p>
            <a:pPr marL="0" indent="0" algn="just">
              <a:buNone/>
            </a:pPr>
            <a:r>
              <a:rPr lang="en-US" dirty="0"/>
              <a:t>If user enter  </a:t>
            </a:r>
            <a:r>
              <a:rPr lang="en-US" b="1" dirty="0">
                <a:solidFill>
                  <a:srgbClr val="FF0000"/>
                </a:solidFill>
              </a:rPr>
              <a:t>“</a:t>
            </a:r>
            <a:r>
              <a:rPr lang="en-US" b="1" dirty="0" err="1">
                <a:solidFill>
                  <a:srgbClr val="FF0000"/>
                </a:solidFill>
              </a:rPr>
              <a:t>CPlusCplusProgrammig</a:t>
            </a:r>
            <a:r>
              <a:rPr lang="en-US" b="1" dirty="0">
                <a:solidFill>
                  <a:srgbClr val="FF0000"/>
                </a:solidFill>
              </a:rPr>
              <a:t>”</a:t>
            </a:r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b="1" dirty="0"/>
              <a:t>The expected output: 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“</a:t>
            </a:r>
            <a:r>
              <a:rPr lang="en-US" b="1" dirty="0" err="1">
                <a:solidFill>
                  <a:srgbClr val="FF0000"/>
                </a:solidFill>
              </a:rPr>
              <a:t>gimmaragroPculpCsulPC</a:t>
            </a:r>
            <a:r>
              <a:rPr lang="en-US" b="1" dirty="0">
                <a:solidFill>
                  <a:srgbClr val="FF0000"/>
                </a:solidFill>
              </a:rPr>
              <a:t>”</a:t>
            </a:r>
          </a:p>
          <a:p>
            <a:pPr marL="0" indent="0" algn="just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E43B6-1037-D0A5-66EB-844CD7985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618" y="3968212"/>
            <a:ext cx="3220964" cy="20455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849"/>
            <a:ext cx="10515600" cy="116711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3: </a:t>
            </a:r>
            <a:r>
              <a:rPr lang="en-US" sz="3600" b="1" dirty="0"/>
              <a:t>Array Traversal with Pointer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0962"/>
            <a:ext cx="10515600" cy="495133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Given the array </a:t>
            </a:r>
            <a:r>
              <a:rPr lang="en-US" b="1" dirty="0">
                <a:solidFill>
                  <a:srgbClr val="FF0000"/>
                </a:solidFill>
              </a:rPr>
              <a:t>int scores[5] = {85, 92, 70, 88, 95}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/>
              <a:t>write a function </a:t>
            </a:r>
            <a:r>
              <a:rPr lang="en-US" b="1" dirty="0">
                <a:solidFill>
                  <a:srgbClr val="FF0000"/>
                </a:solidFill>
              </a:rPr>
              <a:t>printArray(int* p, int size)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that prints all elements using pointer arithmetic (no array indexing!)</a:t>
            </a:r>
          </a:p>
          <a:p>
            <a:pPr algn="just"/>
            <a:r>
              <a:rPr lang="en-US" dirty="0"/>
              <a:t>Write a second function </a:t>
            </a:r>
            <a:r>
              <a:rPr lang="en-US" b="1" dirty="0">
                <a:solidFill>
                  <a:srgbClr val="FF0000"/>
                </a:solidFill>
              </a:rPr>
              <a:t>doubleValues(int* p, int size)</a:t>
            </a:r>
            <a:r>
              <a:rPr lang="en-US" dirty="0"/>
              <a:t> that multiplies each element by 2 using pointer arithmetic. Call </a:t>
            </a:r>
            <a:r>
              <a:rPr lang="en-US" b="1" dirty="0">
                <a:solidFill>
                  <a:srgbClr val="FF0000"/>
                </a:solidFill>
              </a:rPr>
              <a:t>printArray</a:t>
            </a:r>
            <a:r>
              <a:rPr lang="en-US" dirty="0"/>
              <a:t> before and after calling </a:t>
            </a:r>
            <a:r>
              <a:rPr lang="en-US" b="1" dirty="0">
                <a:solidFill>
                  <a:srgbClr val="FF0000"/>
                </a:solidFill>
              </a:rPr>
              <a:t>doubleValues</a:t>
            </a:r>
          </a:p>
          <a:p>
            <a:pPr algn="just"/>
            <a:r>
              <a:rPr lang="en-US" b="1" dirty="0"/>
              <a:t>Important: </a:t>
            </a:r>
            <a:r>
              <a:rPr lang="en-US" dirty="0"/>
              <a:t>use only </a:t>
            </a:r>
            <a:r>
              <a:rPr lang="en-US" b="1" dirty="0">
                <a:solidFill>
                  <a:srgbClr val="FF0000"/>
                </a:solidFill>
              </a:rPr>
              <a:t>*(p + i)</a:t>
            </a:r>
            <a:r>
              <a:rPr lang="en-US" dirty="0"/>
              <a:t> or pointer increment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b="1" dirty="0">
                <a:solidFill>
                  <a:srgbClr val="FF0000"/>
                </a:solidFill>
              </a:rPr>
              <a:t>p++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/>
              <a:t>, never </a:t>
            </a:r>
            <a:r>
              <a:rPr lang="en-US" b="1" dirty="0">
                <a:solidFill>
                  <a:srgbClr val="FF0000"/>
                </a:solidFill>
              </a:rPr>
              <a:t>p[i]</a:t>
            </a:r>
          </a:p>
          <a:p>
            <a:pPr algn="just"/>
            <a:r>
              <a:rPr lang="en-US" b="1" dirty="0"/>
              <a:t>Expected output:</a:t>
            </a:r>
          </a:p>
          <a:p>
            <a:pPr marL="457200" algn="just"/>
            <a:r>
              <a:rPr lang="en-US" dirty="0"/>
              <a:t>Before: 85 92 70 88 95</a:t>
            </a:r>
          </a:p>
          <a:p>
            <a:pPr marL="457200" algn="just"/>
            <a:r>
              <a:rPr lang="en-US" dirty="0"/>
              <a:t>After:  170 184 140 176 190</a:t>
            </a:r>
          </a:p>
          <a:p>
            <a:pPr algn="just"/>
            <a:r>
              <a:rPr lang="en-US" b="1" dirty="0"/>
              <a:t>Hint: </a:t>
            </a:r>
            <a:r>
              <a:rPr lang="en-US" dirty="0"/>
              <a:t>remember that the array name is a pointer to the first element. In </a:t>
            </a:r>
            <a:r>
              <a:rPr lang="en-US" b="1" dirty="0">
                <a:solidFill>
                  <a:srgbClr val="FF0000"/>
                </a:solidFill>
              </a:rPr>
              <a:t>doubleValues</a:t>
            </a:r>
            <a:r>
              <a:rPr lang="en-US" dirty="0"/>
              <a:t>, use a local pointer copy so you do not lose the array start address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5634"/>
            <a:ext cx="10515600" cy="957048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4: </a:t>
            </a:r>
            <a:r>
              <a:rPr lang="en-US" sz="3600" b="1" dirty="0"/>
              <a:t>Swapping Values Using Pointer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2250"/>
            <a:ext cx="10515600" cy="495133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Write three versions of a swap function and compare their behavior:</a:t>
            </a:r>
          </a:p>
          <a:p>
            <a:pPr marL="457200" algn="just"/>
            <a:r>
              <a:rPr lang="en-US" b="1" dirty="0"/>
              <a:t>swap1(int a, int b)</a:t>
            </a:r>
            <a:r>
              <a:rPr lang="en-US" dirty="0"/>
              <a:t>              pass-by-value (does NOT swap)</a:t>
            </a:r>
          </a:p>
          <a:p>
            <a:pPr marL="457200" algn="just"/>
            <a:r>
              <a:rPr lang="en-US" b="1" dirty="0"/>
              <a:t>swap2(int* p1, int* p2)</a:t>
            </a:r>
            <a:r>
              <a:rPr lang="en-US" dirty="0"/>
              <a:t>     pass pointer by value (DOES swap values)</a:t>
            </a:r>
          </a:p>
          <a:p>
            <a:pPr marL="457200" algn="just"/>
            <a:r>
              <a:rPr lang="en-US" b="1" dirty="0"/>
              <a:t>swap3(int&amp; a, int&amp; b)</a:t>
            </a:r>
            <a:r>
              <a:rPr lang="en-US" dirty="0"/>
              <a:t>        pass-by-reference (DOES swap)</a:t>
            </a:r>
          </a:p>
          <a:p>
            <a:pPr algn="just"/>
            <a:r>
              <a:rPr lang="en-US" dirty="0"/>
              <a:t>In </a:t>
            </a:r>
            <a:r>
              <a:rPr lang="en-US" b="1" dirty="0">
                <a:solidFill>
                  <a:srgbClr val="FF0000"/>
                </a:solidFill>
              </a:rPr>
              <a:t>main()</a:t>
            </a:r>
            <a:r>
              <a:rPr lang="en-US" dirty="0"/>
              <a:t>, declare </a:t>
            </a:r>
            <a:r>
              <a:rPr lang="en-US" b="1" dirty="0">
                <a:solidFill>
                  <a:srgbClr val="FF0000"/>
                </a:solidFill>
              </a:rPr>
              <a:t>int x = 10, y = 20</a:t>
            </a:r>
            <a:r>
              <a:rPr lang="en-US" dirty="0"/>
              <a:t>. Call each function and print x and y before and after each call</a:t>
            </a:r>
          </a:p>
          <a:p>
            <a:pPr algn="just"/>
            <a:r>
              <a:rPr lang="en-US" b="1" dirty="0"/>
              <a:t>Expected output:</a:t>
            </a:r>
          </a:p>
          <a:p>
            <a:pPr marL="457200" algn="just"/>
            <a:r>
              <a:rPr lang="en-US" dirty="0"/>
              <a:t>swap1 - Before: x=10 y=20 | After: x=10 y=20</a:t>
            </a:r>
          </a:p>
          <a:p>
            <a:pPr marL="457200" algn="just"/>
            <a:r>
              <a:rPr lang="en-US" dirty="0"/>
              <a:t>swap2 - Before: x=10 y=20 | After: x=20 y=10</a:t>
            </a:r>
          </a:p>
          <a:p>
            <a:pPr marL="457200" algn="just"/>
            <a:r>
              <a:rPr lang="en-US" dirty="0"/>
              <a:t>swap3 - Before: x=10 y=20 | After: x=20 y=10</a:t>
            </a:r>
          </a:p>
          <a:p>
            <a:pPr algn="just"/>
            <a:r>
              <a:rPr lang="en-US" b="1" dirty="0"/>
              <a:t>Hint: </a:t>
            </a:r>
            <a:r>
              <a:rPr lang="en-US" dirty="0"/>
              <a:t>call </a:t>
            </a:r>
            <a:r>
              <a:rPr lang="en-US" b="1" dirty="0">
                <a:solidFill>
                  <a:srgbClr val="0070C0"/>
                </a:solidFill>
              </a:rPr>
              <a:t>swap2</a:t>
            </a:r>
            <a:r>
              <a:rPr lang="en-US" dirty="0"/>
              <a:t> with </a:t>
            </a:r>
            <a:r>
              <a:rPr lang="en-US" b="1" dirty="0">
                <a:solidFill>
                  <a:srgbClr val="0070C0"/>
                </a:solidFill>
              </a:rPr>
              <a:t>swap2(&amp;x, &amp;y)</a:t>
            </a:r>
            <a:r>
              <a:rPr lang="en-US" dirty="0"/>
              <a:t>. Inside </a:t>
            </a:r>
            <a:r>
              <a:rPr lang="en-US" b="1" dirty="0">
                <a:solidFill>
                  <a:srgbClr val="0070C0"/>
                </a:solidFill>
              </a:rPr>
              <a:t>swap2</a:t>
            </a:r>
            <a:r>
              <a:rPr lang="en-US" dirty="0"/>
              <a:t>, use </a:t>
            </a:r>
            <a:r>
              <a:rPr lang="en-US" b="1" dirty="0">
                <a:solidFill>
                  <a:srgbClr val="0070C0"/>
                </a:solidFill>
              </a:rPr>
              <a:t>*p1</a:t>
            </a:r>
            <a:r>
              <a:rPr lang="en-US" dirty="0"/>
              <a:t> and </a:t>
            </a:r>
            <a:r>
              <a:rPr lang="en-US" b="1" dirty="0">
                <a:solidFill>
                  <a:srgbClr val="0070C0"/>
                </a:solidFill>
              </a:rPr>
              <a:t>*p2</a:t>
            </a:r>
            <a:r>
              <a:rPr lang="en-US" dirty="0"/>
              <a:t> to access and modify the original variables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5: </a:t>
            </a:r>
            <a:r>
              <a:rPr lang="en-US" sz="3600" b="1" dirty="0"/>
              <a:t>Array Statistics with const Pointer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1277"/>
            <a:ext cx="10515600" cy="495133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Given the array </a:t>
            </a:r>
            <a:r>
              <a:rPr lang="en-US" b="1" dirty="0">
                <a:solidFill>
                  <a:srgbClr val="FF0000"/>
                </a:solidFill>
              </a:rPr>
              <a:t>int grades[6]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= {72, 85, 90, 61, 78, 95}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/>
              <a:t>implement the following three functions, each taking a </a:t>
            </a:r>
            <a:r>
              <a:rPr lang="en-US" b="1" dirty="0">
                <a:solidFill>
                  <a:srgbClr val="FF0000"/>
                </a:solidFill>
              </a:rPr>
              <a:t>const int*</a:t>
            </a:r>
            <a:r>
              <a:rPr lang="en-US" dirty="0"/>
              <a:t> pointer parameter and the array size:</a:t>
            </a:r>
          </a:p>
          <a:p>
            <a:pPr marL="457200" algn="just"/>
            <a:r>
              <a:rPr lang="en-US" b="1" dirty="0">
                <a:solidFill>
                  <a:srgbClr val="FF0000"/>
                </a:solidFill>
              </a:rPr>
              <a:t>int findMin(const int* p, int size)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— returns the minimum value</a:t>
            </a:r>
          </a:p>
          <a:p>
            <a:pPr marL="457200" algn="just"/>
            <a:r>
              <a:rPr lang="en-US" b="1" dirty="0">
                <a:solidFill>
                  <a:srgbClr val="FF0000"/>
                </a:solidFill>
              </a:rPr>
              <a:t>int findMax(const int* p, int size)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— returns the maximum value</a:t>
            </a:r>
          </a:p>
          <a:p>
            <a:pPr marL="457200" algn="just"/>
            <a:r>
              <a:rPr lang="en-US" b="1" dirty="0">
                <a:solidFill>
                  <a:srgbClr val="FF0000"/>
                </a:solidFill>
              </a:rPr>
              <a:t>double computeAvg(const int* p, int size)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— returns the average</a:t>
            </a:r>
          </a:p>
          <a:p>
            <a:pPr algn="just"/>
            <a:r>
              <a:rPr lang="en-US" dirty="0"/>
              <a:t>Use pointer arithmetic (not array indexing) inside each function. The </a:t>
            </a:r>
            <a:r>
              <a:rPr lang="en-US" b="1" dirty="0">
                <a:solidFill>
                  <a:srgbClr val="FF0000"/>
                </a:solidFill>
              </a:rPr>
              <a:t>const</a:t>
            </a:r>
            <a:r>
              <a:rPr lang="en-US" dirty="0"/>
              <a:t> keyword must prevent any modification of the array data — try modifying an element to see the compiler error</a:t>
            </a:r>
          </a:p>
          <a:p>
            <a:pPr algn="just"/>
            <a:r>
              <a:rPr lang="en-US" b="1" dirty="0"/>
              <a:t>Expected output:</a:t>
            </a:r>
          </a:p>
          <a:p>
            <a:pPr marL="457200" algn="just"/>
            <a:r>
              <a:rPr lang="en-US" dirty="0"/>
              <a:t>Min: 61   Max: 95   Average: 80.17</a:t>
            </a:r>
          </a:p>
          <a:p>
            <a:pPr algn="just"/>
            <a:r>
              <a:rPr lang="en-US" b="1" dirty="0"/>
              <a:t>Hint: </a:t>
            </a:r>
            <a:r>
              <a:rPr lang="en-US" dirty="0"/>
              <a:t>initialize min/max with </a:t>
            </a:r>
            <a:r>
              <a:rPr lang="en-US" b="1" dirty="0">
                <a:solidFill>
                  <a:srgbClr val="FF0000"/>
                </a:solidFill>
              </a:rPr>
              <a:t>*p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(first element). With </a:t>
            </a:r>
            <a:r>
              <a:rPr lang="en-US" b="1" dirty="0">
                <a:solidFill>
                  <a:srgbClr val="FF0000"/>
                </a:solidFill>
              </a:rPr>
              <a:t>const int*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/>
              <a:t>you can read </a:t>
            </a:r>
            <a:r>
              <a:rPr lang="en-US" b="1" dirty="0">
                <a:solidFill>
                  <a:srgbClr val="FF0000"/>
                </a:solidFill>
              </a:rPr>
              <a:t>*p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but not write </a:t>
            </a:r>
            <a:r>
              <a:rPr lang="en-US" b="1" dirty="0">
                <a:solidFill>
                  <a:srgbClr val="FF0000"/>
                </a:solidFill>
              </a:rPr>
              <a:t>*p = value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en-US" dirty="0"/>
              <a:t>Cast to </a:t>
            </a:r>
            <a:r>
              <a:rPr lang="en-US" b="1" dirty="0">
                <a:solidFill>
                  <a:srgbClr val="FF0000"/>
                </a:solidFill>
              </a:rPr>
              <a:t>double</a:t>
            </a:r>
            <a:r>
              <a:rPr lang="en-US" dirty="0"/>
              <a:t> for the average calculation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1017</Words>
  <Application>Microsoft Office PowerPoint</Application>
  <PresentationFormat>Widescreen</PresentationFormat>
  <Paragraphs>106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Dreaming Outloud Pro</vt:lpstr>
      <vt:lpstr>Office Theme</vt:lpstr>
      <vt:lpstr>Introduction to Computer Science and Programming</vt:lpstr>
      <vt:lpstr>Today…</vt:lpstr>
      <vt:lpstr>Pointers</vt:lpstr>
      <vt:lpstr>Declaring Pointers</vt:lpstr>
      <vt:lpstr>Initializing Pointers via the Address-Of Operator (&amp;)</vt:lpstr>
      <vt:lpstr>Initializing Pointers via the Address-Of Operator (&amp;)</vt:lpstr>
      <vt:lpstr>Operators</vt:lpstr>
      <vt:lpstr>Example</vt:lpstr>
      <vt:lpstr>Example</vt:lpstr>
      <vt:lpstr>Example</vt:lpstr>
      <vt:lpstr>Pay attention!!</vt:lpstr>
      <vt:lpstr>PowerPoint Presentation</vt:lpstr>
      <vt:lpstr>Exercise 1: Matrix Traversal Using Pointers</vt:lpstr>
      <vt:lpstr>Exercise 2: String in Reverse Order</vt:lpstr>
      <vt:lpstr>Exercise 3: Array Traversal with Pointer Arithmetic</vt:lpstr>
      <vt:lpstr>Exercise 4: Swapping Values Using Pointer Parameters</vt:lpstr>
      <vt:lpstr>Exercise 5: Array Statistics with const Pointer Parameters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Muhammad Mohsin</cp:lastModifiedBy>
  <cp:revision>504</cp:revision>
  <dcterms:created xsi:type="dcterms:W3CDTF">2018-08-24T21:11:55Z</dcterms:created>
  <dcterms:modified xsi:type="dcterms:W3CDTF">2026-03-19T07:59:09Z</dcterms:modified>
</cp:coreProperties>
</file>