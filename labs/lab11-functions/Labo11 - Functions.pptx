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740" r:id="rId4"/>
    <p:sldId id="336" r:id="rId5"/>
    <p:sldId id="382" r:id="rId6"/>
    <p:sldId id="741" r:id="rId7"/>
    <p:sldId id="384" r:id="rId8"/>
    <p:sldId id="258" r:id="rId9"/>
    <p:sldId id="259" r:id="rId10"/>
    <p:sldId id="260" r:id="rId11"/>
    <p:sldId id="385" r:id="rId12"/>
    <p:sldId id="386" r:id="rId13"/>
    <p:sldId id="261" r:id="rId14"/>
    <p:sldId id="262" r:id="rId15"/>
    <p:sldId id="263" r:id="rId16"/>
    <p:sldId id="264" r:id="rId17"/>
    <p:sldId id="265" r:id="rId18"/>
    <p:sldId id="266" r:id="rId19"/>
    <p:sldId id="267" r:id="rId20"/>
    <p:sldId id="26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6AE41E-473D-146E-2CA7-E857E9BE4DF7}" v="1" dt="2026-02-25T15:10:54.981"/>
    <p1510:client id="{1EE07D48-B00C-47D4-B46E-58383AEE0BA8}" v="920" dt="2026-02-25T17:07:40.3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p:scale>
          <a:sx n="75" d="100"/>
          <a:sy n="75" d="100"/>
        </p:scale>
        <p:origin x="946" y="125"/>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Mohsin" userId="S::muhammad.mohsin@edu.unige.it::df76b627-ce7c-4005-88dc-15e098f355fb" providerId="AD" clId="Web-{026AE41E-473D-146E-2CA7-E857E9BE4DF7}"/>
    <pc:docChg chg="modSld">
      <pc:chgData name="Muhammad Mohsin" userId="S::muhammad.mohsin@edu.unige.it::df76b627-ce7c-4005-88dc-15e098f355fb" providerId="AD" clId="Web-{026AE41E-473D-146E-2CA7-E857E9BE4DF7}" dt="2026-02-25T15:10:54.981" v="0" actId="1076"/>
      <pc:docMkLst>
        <pc:docMk/>
      </pc:docMkLst>
      <pc:sldChg chg="modSp">
        <pc:chgData name="Muhammad Mohsin" userId="S::muhammad.mohsin@edu.unige.it::df76b627-ce7c-4005-88dc-15e098f355fb" providerId="AD" clId="Web-{026AE41E-473D-146E-2CA7-E857E9BE4DF7}" dt="2026-02-25T15:10:54.981" v="0" actId="1076"/>
        <pc:sldMkLst>
          <pc:docMk/>
          <pc:sldMk cId="0" sldId="260"/>
        </pc:sldMkLst>
        <pc:spChg chg="mod">
          <ac:chgData name="Muhammad Mohsin" userId="S::muhammad.mohsin@edu.unige.it::df76b627-ce7c-4005-88dc-15e098f355fb" providerId="AD" clId="Web-{026AE41E-473D-146E-2CA7-E857E9BE4DF7}" dt="2026-02-25T15:10:54.981" v="0" actId="1076"/>
          <ac:spMkLst>
            <pc:docMk/>
            <pc:sldMk cId="0" sldId="260"/>
            <ac:spMk id="3" creationId="{7069F25D-FA01-557B-8213-C93CF5C9C8D3}"/>
          </ac:spMkLst>
        </pc:spChg>
      </pc:sldChg>
    </pc:docChg>
  </pc:docChgLst>
  <pc:docChgLst>
    <pc:chgData name="Muhammad Mohsin" userId="df76b627-ce7c-4005-88dc-15e098f355fb" providerId="ADAL" clId="{3B62111D-8EFE-472B-9F97-00499F2BB5A4}"/>
    <pc:docChg chg="undo custSel addSld modSld">
      <pc:chgData name="Muhammad Mohsin" userId="df76b627-ce7c-4005-88dc-15e098f355fb" providerId="ADAL" clId="{3B62111D-8EFE-472B-9F97-00499F2BB5A4}" dt="2026-02-26T08:17:50.728" v="2001" actId="20577"/>
      <pc:docMkLst>
        <pc:docMk/>
      </pc:docMkLst>
      <pc:sldChg chg="modSp mod">
        <pc:chgData name="Muhammad Mohsin" userId="df76b627-ce7c-4005-88dc-15e098f355fb" providerId="ADAL" clId="{3B62111D-8EFE-472B-9F97-00499F2BB5A4}" dt="2026-02-25T14:40:19.064" v="94" actId="20577"/>
        <pc:sldMkLst>
          <pc:docMk/>
          <pc:sldMk cId="0" sldId="256"/>
        </pc:sldMkLst>
        <pc:spChg chg="mod">
          <ac:chgData name="Muhammad Mohsin" userId="df76b627-ce7c-4005-88dc-15e098f355fb" providerId="ADAL" clId="{3B62111D-8EFE-472B-9F97-00499F2BB5A4}" dt="2026-02-25T14:40:19.064" v="94" actId="20577"/>
          <ac:spMkLst>
            <pc:docMk/>
            <pc:sldMk cId="0" sldId="256"/>
            <ac:spMk id="65" creationId="{00000000-0000-0000-0000-000000000000}"/>
          </ac:spMkLst>
        </pc:spChg>
      </pc:sldChg>
      <pc:sldChg chg="modSp mod">
        <pc:chgData name="Muhammad Mohsin" userId="df76b627-ce7c-4005-88dc-15e098f355fb" providerId="ADAL" clId="{3B62111D-8EFE-472B-9F97-00499F2BB5A4}" dt="2026-02-25T17:04:41.391" v="1825" actId="1076"/>
        <pc:sldMkLst>
          <pc:docMk/>
          <pc:sldMk cId="0" sldId="258"/>
        </pc:sldMkLst>
        <pc:spChg chg="mod">
          <ac:chgData name="Muhammad Mohsin" userId="df76b627-ce7c-4005-88dc-15e098f355fb" providerId="ADAL" clId="{3B62111D-8EFE-472B-9F97-00499F2BB5A4}" dt="2026-02-25T17:04:37.410" v="1824" actId="1076"/>
          <ac:spMkLst>
            <pc:docMk/>
            <pc:sldMk cId="0" sldId="258"/>
            <ac:spMk id="70" creationId="{00000000-0000-0000-0000-000000000000}"/>
          </ac:spMkLst>
        </pc:spChg>
        <pc:picChg chg="mod">
          <ac:chgData name="Muhammad Mohsin" userId="df76b627-ce7c-4005-88dc-15e098f355fb" providerId="ADAL" clId="{3B62111D-8EFE-472B-9F97-00499F2BB5A4}" dt="2026-02-25T17:04:41.391" v="1825" actId="1076"/>
          <ac:picMkLst>
            <pc:docMk/>
            <pc:sldMk cId="0" sldId="258"/>
            <ac:picMk id="72" creationId="{00000000-0000-0000-0000-000000000000}"/>
          </ac:picMkLst>
        </pc:picChg>
      </pc:sldChg>
      <pc:sldChg chg="addSp modSp mod modNotes">
        <pc:chgData name="Muhammad Mohsin" userId="df76b627-ce7c-4005-88dc-15e098f355fb" providerId="ADAL" clId="{3B62111D-8EFE-472B-9F97-00499F2BB5A4}" dt="2026-02-25T17:04:24.795" v="1822" actId="1076"/>
        <pc:sldMkLst>
          <pc:docMk/>
          <pc:sldMk cId="0" sldId="259"/>
        </pc:sldMkLst>
        <pc:spChg chg="add mod">
          <ac:chgData name="Muhammad Mohsin" userId="df76b627-ce7c-4005-88dc-15e098f355fb" providerId="ADAL" clId="{3B62111D-8EFE-472B-9F97-00499F2BB5A4}" dt="2026-02-25T17:04:24.795" v="1822" actId="1076"/>
          <ac:spMkLst>
            <pc:docMk/>
            <pc:sldMk cId="0" sldId="259"/>
            <ac:spMk id="2" creationId="{F35395CA-9F5B-9A34-C50D-71DD58E8A9FD}"/>
          </ac:spMkLst>
        </pc:spChg>
        <pc:spChg chg="mod">
          <ac:chgData name="Muhammad Mohsin" userId="df76b627-ce7c-4005-88dc-15e098f355fb" providerId="ADAL" clId="{3B62111D-8EFE-472B-9F97-00499F2BB5A4}" dt="2026-02-25T14:58:58.380" v="600" actId="1076"/>
          <ac:spMkLst>
            <pc:docMk/>
            <pc:sldMk cId="0" sldId="259"/>
            <ac:spMk id="73" creationId="{00000000-0000-0000-0000-000000000000}"/>
          </ac:spMkLst>
        </pc:spChg>
        <pc:spChg chg="mod">
          <ac:chgData name="Muhammad Mohsin" userId="df76b627-ce7c-4005-88dc-15e098f355fb" providerId="ADAL" clId="{3B62111D-8EFE-472B-9F97-00499F2BB5A4}" dt="2026-02-25T14:59:00.382" v="601" actId="1076"/>
          <ac:spMkLst>
            <pc:docMk/>
            <pc:sldMk cId="0" sldId="259"/>
            <ac:spMk id="74" creationId="{00000000-0000-0000-0000-000000000000}"/>
          </ac:spMkLst>
        </pc:spChg>
      </pc:sldChg>
      <pc:sldChg chg="addSp delSp modSp mod">
        <pc:chgData name="Muhammad Mohsin" userId="df76b627-ce7c-4005-88dc-15e098f355fb" providerId="ADAL" clId="{3B62111D-8EFE-472B-9F97-00499F2BB5A4}" dt="2026-02-25T14:58:51.843" v="599" actId="1076"/>
        <pc:sldMkLst>
          <pc:docMk/>
          <pc:sldMk cId="0" sldId="260"/>
        </pc:sldMkLst>
        <pc:spChg chg="add mod">
          <ac:chgData name="Muhammad Mohsin" userId="df76b627-ce7c-4005-88dc-15e098f355fb" providerId="ADAL" clId="{3B62111D-8EFE-472B-9F97-00499F2BB5A4}" dt="2026-02-25T14:45:59.332" v="222" actId="767"/>
          <ac:spMkLst>
            <pc:docMk/>
            <pc:sldMk cId="0" sldId="260"/>
            <ac:spMk id="2" creationId="{AA2652A4-1C31-AB84-76C6-A9BBAF427D93}"/>
          </ac:spMkLst>
        </pc:spChg>
        <pc:spChg chg="add mod">
          <ac:chgData name="Muhammad Mohsin" userId="df76b627-ce7c-4005-88dc-15e098f355fb" providerId="ADAL" clId="{3B62111D-8EFE-472B-9F97-00499F2BB5A4}" dt="2026-02-25T14:55:48.047" v="588" actId="20577"/>
          <ac:spMkLst>
            <pc:docMk/>
            <pc:sldMk cId="0" sldId="260"/>
            <ac:spMk id="3" creationId="{7069F25D-FA01-557B-8213-C93CF5C9C8D3}"/>
          </ac:spMkLst>
        </pc:spChg>
        <pc:spChg chg="add del mod">
          <ac:chgData name="Muhammad Mohsin" userId="df76b627-ce7c-4005-88dc-15e098f355fb" providerId="ADAL" clId="{3B62111D-8EFE-472B-9F97-00499F2BB5A4}" dt="2026-02-25T14:48:35.139" v="237" actId="478"/>
          <ac:spMkLst>
            <pc:docMk/>
            <pc:sldMk cId="0" sldId="260"/>
            <ac:spMk id="4" creationId="{7BC4A198-8E55-97A5-2C2A-669049535B5D}"/>
          </ac:spMkLst>
        </pc:spChg>
        <pc:spChg chg="add">
          <ac:chgData name="Muhammad Mohsin" userId="df76b627-ce7c-4005-88dc-15e098f355fb" providerId="ADAL" clId="{3B62111D-8EFE-472B-9F97-00499F2BB5A4}" dt="2026-02-25T14:49:29.454" v="243" actId="11529"/>
          <ac:spMkLst>
            <pc:docMk/>
            <pc:sldMk cId="0" sldId="260"/>
            <ac:spMk id="9" creationId="{F46F8F62-BA56-3FB6-959C-AF581BD8C141}"/>
          </ac:spMkLst>
        </pc:spChg>
        <pc:spChg chg="add del mod">
          <ac:chgData name="Muhammad Mohsin" userId="df76b627-ce7c-4005-88dc-15e098f355fb" providerId="ADAL" clId="{3B62111D-8EFE-472B-9F97-00499F2BB5A4}" dt="2026-02-25T14:53:21.178" v="473"/>
          <ac:spMkLst>
            <pc:docMk/>
            <pc:sldMk cId="0" sldId="260"/>
            <ac:spMk id="14" creationId="{66F76ED2-F943-210A-87D5-B7C2F36FEF62}"/>
          </ac:spMkLst>
        </pc:spChg>
        <pc:spChg chg="add del mod">
          <ac:chgData name="Muhammad Mohsin" userId="df76b627-ce7c-4005-88dc-15e098f355fb" providerId="ADAL" clId="{3B62111D-8EFE-472B-9F97-00499F2BB5A4}" dt="2026-02-25T14:53:21.185" v="475"/>
          <ac:spMkLst>
            <pc:docMk/>
            <pc:sldMk cId="0" sldId="260"/>
            <ac:spMk id="15" creationId="{074B89A4-00D6-A987-9C0B-C713D87B5E81}"/>
          </ac:spMkLst>
        </pc:spChg>
        <pc:spChg chg="add mod">
          <ac:chgData name="Muhammad Mohsin" userId="df76b627-ce7c-4005-88dc-15e098f355fb" providerId="ADAL" clId="{3B62111D-8EFE-472B-9F97-00499F2BB5A4}" dt="2026-02-25T14:54:07.211" v="491" actId="20577"/>
          <ac:spMkLst>
            <pc:docMk/>
            <pc:sldMk cId="0" sldId="260"/>
            <ac:spMk id="16" creationId="{03232D00-8F7F-E278-1E89-4BD152DF313F}"/>
          </ac:spMkLst>
        </pc:spChg>
        <pc:spChg chg="mod">
          <ac:chgData name="Muhammad Mohsin" userId="df76b627-ce7c-4005-88dc-15e098f355fb" providerId="ADAL" clId="{3B62111D-8EFE-472B-9F97-00499F2BB5A4}" dt="2026-02-25T14:58:48.181" v="598" actId="1076"/>
          <ac:spMkLst>
            <pc:docMk/>
            <pc:sldMk cId="0" sldId="260"/>
            <ac:spMk id="75" creationId="{00000000-0000-0000-0000-000000000000}"/>
          </ac:spMkLst>
        </pc:spChg>
        <pc:spChg chg="mod">
          <ac:chgData name="Muhammad Mohsin" userId="df76b627-ce7c-4005-88dc-15e098f355fb" providerId="ADAL" clId="{3B62111D-8EFE-472B-9F97-00499F2BB5A4}" dt="2026-02-25T14:58:51.843" v="599" actId="1076"/>
          <ac:spMkLst>
            <pc:docMk/>
            <pc:sldMk cId="0" sldId="260"/>
            <ac:spMk id="76" creationId="{00000000-0000-0000-0000-000000000000}"/>
          </ac:spMkLst>
        </pc:spChg>
        <pc:cxnChg chg="add del mod">
          <ac:chgData name="Muhammad Mohsin" userId="df76b627-ce7c-4005-88dc-15e098f355fb" providerId="ADAL" clId="{3B62111D-8EFE-472B-9F97-00499F2BB5A4}" dt="2026-02-25T14:50:29.609" v="251" actId="478"/>
          <ac:cxnSpMkLst>
            <pc:docMk/>
            <pc:sldMk cId="0" sldId="260"/>
            <ac:cxnSpMk id="6" creationId="{B0AE3404-CEF1-5137-22D8-89D5E6E5596A}"/>
          </ac:cxnSpMkLst>
        </pc:cxnChg>
        <pc:cxnChg chg="add del mod">
          <ac:chgData name="Muhammad Mohsin" userId="df76b627-ce7c-4005-88dc-15e098f355fb" providerId="ADAL" clId="{3B62111D-8EFE-472B-9F97-00499F2BB5A4}" dt="2026-02-25T14:50:27.865" v="250" actId="478"/>
          <ac:cxnSpMkLst>
            <pc:docMk/>
            <pc:sldMk cId="0" sldId="260"/>
            <ac:cxnSpMk id="11" creationId="{C0F11C69-9003-14AF-62A3-6DF19C3AA862}"/>
          </ac:cxnSpMkLst>
        </pc:cxnChg>
      </pc:sldChg>
      <pc:sldChg chg="addSp delSp modSp mod modNotesTx">
        <pc:chgData name="Muhammad Mohsin" userId="df76b627-ce7c-4005-88dc-15e098f355fb" providerId="ADAL" clId="{3B62111D-8EFE-472B-9F97-00499F2BB5A4}" dt="2026-02-26T08:17:50.728" v="2001" actId="20577"/>
        <pc:sldMkLst>
          <pc:docMk/>
          <pc:sldMk cId="0" sldId="261"/>
        </pc:sldMkLst>
        <pc:spChg chg="mod">
          <ac:chgData name="Muhammad Mohsin" userId="df76b627-ce7c-4005-88dc-15e098f355fb" providerId="ADAL" clId="{3B62111D-8EFE-472B-9F97-00499F2BB5A4}" dt="2026-02-26T08:17:50.728" v="2001" actId="20577"/>
          <ac:spMkLst>
            <pc:docMk/>
            <pc:sldMk cId="0" sldId="261"/>
            <ac:spMk id="77" creationId="{00000000-0000-0000-0000-000000000000}"/>
          </ac:spMkLst>
        </pc:spChg>
        <pc:spChg chg="mod">
          <ac:chgData name="Muhammad Mohsin" userId="df76b627-ce7c-4005-88dc-15e098f355fb" providerId="ADAL" clId="{3B62111D-8EFE-472B-9F97-00499F2BB5A4}" dt="2026-02-25T17:15:00.851" v="1868" actId="207"/>
          <ac:spMkLst>
            <pc:docMk/>
            <pc:sldMk cId="0" sldId="261"/>
            <ac:spMk id="78" creationId="{00000000-0000-0000-0000-000000000000}"/>
          </ac:spMkLst>
        </pc:spChg>
        <pc:spChg chg="add del mod">
          <ac:chgData name="Muhammad Mohsin" userId="df76b627-ce7c-4005-88dc-15e098f355fb" providerId="ADAL" clId="{3B62111D-8EFE-472B-9F97-00499F2BB5A4}" dt="2026-02-25T16:39:22.424" v="1657" actId="20577"/>
          <ac:spMkLst>
            <pc:docMk/>
            <pc:sldMk cId="0" sldId="261"/>
            <ac:spMk id="79" creationId="{00000000-0000-0000-0000-000000000000}"/>
          </ac:spMkLst>
        </pc:spChg>
        <pc:spChg chg="add del">
          <ac:chgData name="Muhammad Mohsin" userId="df76b627-ce7c-4005-88dc-15e098f355fb" providerId="ADAL" clId="{3B62111D-8EFE-472B-9F97-00499F2BB5A4}" dt="2026-02-25T16:15:14.083" v="1401" actId="478"/>
          <ac:spMkLst>
            <pc:docMk/>
            <pc:sldMk cId="0" sldId="261"/>
            <ac:spMk id="80" creationId="{00000000-0000-0000-0000-000000000000}"/>
          </ac:spMkLst>
        </pc:spChg>
      </pc:sldChg>
      <pc:sldChg chg="modSp mod">
        <pc:chgData name="Muhammad Mohsin" userId="df76b627-ce7c-4005-88dc-15e098f355fb" providerId="ADAL" clId="{3B62111D-8EFE-472B-9F97-00499F2BB5A4}" dt="2026-02-25T17:15:46.918" v="1903" actId="20577"/>
        <pc:sldMkLst>
          <pc:docMk/>
          <pc:sldMk cId="0" sldId="262"/>
        </pc:sldMkLst>
        <pc:spChg chg="mod">
          <ac:chgData name="Muhammad Mohsin" userId="df76b627-ce7c-4005-88dc-15e098f355fb" providerId="ADAL" clId="{3B62111D-8EFE-472B-9F97-00499F2BB5A4}" dt="2026-02-25T14:59:24.742" v="604" actId="1076"/>
          <ac:spMkLst>
            <pc:docMk/>
            <pc:sldMk cId="0" sldId="262"/>
            <ac:spMk id="81" creationId="{00000000-0000-0000-0000-000000000000}"/>
          </ac:spMkLst>
        </pc:spChg>
        <pc:spChg chg="mod">
          <ac:chgData name="Muhammad Mohsin" userId="df76b627-ce7c-4005-88dc-15e098f355fb" providerId="ADAL" clId="{3B62111D-8EFE-472B-9F97-00499F2BB5A4}" dt="2026-02-25T17:15:46.918" v="1903" actId="20577"/>
          <ac:spMkLst>
            <pc:docMk/>
            <pc:sldMk cId="0" sldId="262"/>
            <ac:spMk id="82" creationId="{00000000-0000-0000-0000-000000000000}"/>
          </ac:spMkLst>
        </pc:spChg>
        <pc:spChg chg="mod">
          <ac:chgData name="Muhammad Mohsin" userId="df76b627-ce7c-4005-88dc-15e098f355fb" providerId="ADAL" clId="{3B62111D-8EFE-472B-9F97-00499F2BB5A4}" dt="2026-02-25T16:41:59.668" v="1663" actId="1076"/>
          <ac:spMkLst>
            <pc:docMk/>
            <pc:sldMk cId="0" sldId="262"/>
            <ac:spMk id="83" creationId="{00000000-0000-0000-0000-000000000000}"/>
          </ac:spMkLst>
        </pc:spChg>
        <pc:spChg chg="mod">
          <ac:chgData name="Muhammad Mohsin" userId="df76b627-ce7c-4005-88dc-15e098f355fb" providerId="ADAL" clId="{3B62111D-8EFE-472B-9F97-00499F2BB5A4}" dt="2026-02-25T16:41:56.593" v="1662" actId="1076"/>
          <ac:spMkLst>
            <pc:docMk/>
            <pc:sldMk cId="0" sldId="262"/>
            <ac:spMk id="84" creationId="{00000000-0000-0000-0000-000000000000}"/>
          </ac:spMkLst>
        </pc:spChg>
      </pc:sldChg>
      <pc:sldChg chg="modSp mod modNotesTx">
        <pc:chgData name="Muhammad Mohsin" userId="df76b627-ce7c-4005-88dc-15e098f355fb" providerId="ADAL" clId="{3B62111D-8EFE-472B-9F97-00499F2BB5A4}" dt="2026-02-25T17:16:03.057" v="1925" actId="20577"/>
        <pc:sldMkLst>
          <pc:docMk/>
          <pc:sldMk cId="0" sldId="263"/>
        </pc:sldMkLst>
        <pc:spChg chg="mod">
          <ac:chgData name="Muhammad Mohsin" userId="df76b627-ce7c-4005-88dc-15e098f355fb" providerId="ADAL" clId="{3B62111D-8EFE-472B-9F97-00499F2BB5A4}" dt="2026-02-25T14:59:31.534" v="605" actId="1076"/>
          <ac:spMkLst>
            <pc:docMk/>
            <pc:sldMk cId="0" sldId="263"/>
            <ac:spMk id="85" creationId="{00000000-0000-0000-0000-000000000000}"/>
          </ac:spMkLst>
        </pc:spChg>
        <pc:spChg chg="mod">
          <ac:chgData name="Muhammad Mohsin" userId="df76b627-ce7c-4005-88dc-15e098f355fb" providerId="ADAL" clId="{3B62111D-8EFE-472B-9F97-00499F2BB5A4}" dt="2026-02-25T17:16:03.057" v="1925" actId="20577"/>
          <ac:spMkLst>
            <pc:docMk/>
            <pc:sldMk cId="0" sldId="263"/>
            <ac:spMk id="86" creationId="{00000000-0000-0000-0000-000000000000}"/>
          </ac:spMkLst>
        </pc:spChg>
        <pc:spChg chg="mod">
          <ac:chgData name="Muhammad Mohsin" userId="df76b627-ce7c-4005-88dc-15e098f355fb" providerId="ADAL" clId="{3B62111D-8EFE-472B-9F97-00499F2BB5A4}" dt="2026-02-25T16:49:19.134" v="1731" actId="404"/>
          <ac:spMkLst>
            <pc:docMk/>
            <pc:sldMk cId="0" sldId="263"/>
            <ac:spMk id="87" creationId="{00000000-0000-0000-0000-000000000000}"/>
          </ac:spMkLst>
        </pc:spChg>
      </pc:sldChg>
      <pc:sldChg chg="modSp mod">
        <pc:chgData name="Muhammad Mohsin" userId="df76b627-ce7c-4005-88dc-15e098f355fb" providerId="ADAL" clId="{3B62111D-8EFE-472B-9F97-00499F2BB5A4}" dt="2026-02-25T16:50:58.203" v="1814" actId="207"/>
        <pc:sldMkLst>
          <pc:docMk/>
          <pc:sldMk cId="0" sldId="264"/>
        </pc:sldMkLst>
        <pc:spChg chg="mod">
          <ac:chgData name="Muhammad Mohsin" userId="df76b627-ce7c-4005-88dc-15e098f355fb" providerId="ADAL" clId="{3B62111D-8EFE-472B-9F97-00499F2BB5A4}" dt="2026-02-25T14:59:37.830" v="606" actId="14100"/>
          <ac:spMkLst>
            <pc:docMk/>
            <pc:sldMk cId="0" sldId="264"/>
            <ac:spMk id="89" creationId="{00000000-0000-0000-0000-000000000000}"/>
          </ac:spMkLst>
        </pc:spChg>
        <pc:spChg chg="mod">
          <ac:chgData name="Muhammad Mohsin" userId="df76b627-ce7c-4005-88dc-15e098f355fb" providerId="ADAL" clId="{3B62111D-8EFE-472B-9F97-00499F2BB5A4}" dt="2026-02-25T16:50:58.203" v="1814" actId="207"/>
          <ac:spMkLst>
            <pc:docMk/>
            <pc:sldMk cId="0" sldId="264"/>
            <ac:spMk id="91" creationId="{00000000-0000-0000-0000-000000000000}"/>
          </ac:spMkLst>
        </pc:spChg>
        <pc:spChg chg="mod">
          <ac:chgData name="Muhammad Mohsin" userId="df76b627-ce7c-4005-88dc-15e098f355fb" providerId="ADAL" clId="{3B62111D-8EFE-472B-9F97-00499F2BB5A4}" dt="2026-02-25T16:50:14.190" v="1813" actId="1076"/>
          <ac:spMkLst>
            <pc:docMk/>
            <pc:sldMk cId="0" sldId="264"/>
            <ac:spMk id="93" creationId="{00000000-0000-0000-0000-000000000000}"/>
          </ac:spMkLst>
        </pc:spChg>
      </pc:sldChg>
      <pc:sldChg chg="modSp mod">
        <pc:chgData name="Muhammad Mohsin" userId="df76b627-ce7c-4005-88dc-15e098f355fb" providerId="ADAL" clId="{3B62111D-8EFE-472B-9F97-00499F2BB5A4}" dt="2026-02-25T17:16:53.315" v="1953" actId="1076"/>
        <pc:sldMkLst>
          <pc:docMk/>
          <pc:sldMk cId="0" sldId="265"/>
        </pc:sldMkLst>
        <pc:spChg chg="mod">
          <ac:chgData name="Muhammad Mohsin" userId="df76b627-ce7c-4005-88dc-15e098f355fb" providerId="ADAL" clId="{3B62111D-8EFE-472B-9F97-00499F2BB5A4}" dt="2026-02-25T14:59:43.814" v="607" actId="1076"/>
          <ac:spMkLst>
            <pc:docMk/>
            <pc:sldMk cId="0" sldId="265"/>
            <ac:spMk id="94" creationId="{00000000-0000-0000-0000-000000000000}"/>
          </ac:spMkLst>
        </pc:spChg>
        <pc:spChg chg="mod">
          <ac:chgData name="Muhammad Mohsin" userId="df76b627-ce7c-4005-88dc-15e098f355fb" providerId="ADAL" clId="{3B62111D-8EFE-472B-9F97-00499F2BB5A4}" dt="2026-02-25T17:16:53.315" v="1953" actId="1076"/>
          <ac:spMkLst>
            <pc:docMk/>
            <pc:sldMk cId="0" sldId="265"/>
            <ac:spMk id="95" creationId="{00000000-0000-0000-0000-000000000000}"/>
          </ac:spMkLst>
        </pc:spChg>
        <pc:spChg chg="mod">
          <ac:chgData name="Muhammad Mohsin" userId="df76b627-ce7c-4005-88dc-15e098f355fb" providerId="ADAL" clId="{3B62111D-8EFE-472B-9F97-00499F2BB5A4}" dt="2026-02-25T16:51:18.308" v="1815" actId="207"/>
          <ac:spMkLst>
            <pc:docMk/>
            <pc:sldMk cId="0" sldId="265"/>
            <ac:spMk id="96" creationId="{00000000-0000-0000-0000-000000000000}"/>
          </ac:spMkLst>
        </pc:spChg>
        <pc:spChg chg="mod">
          <ac:chgData name="Muhammad Mohsin" userId="df76b627-ce7c-4005-88dc-15e098f355fb" providerId="ADAL" clId="{3B62111D-8EFE-472B-9F97-00499F2BB5A4}" dt="2026-02-25T17:16:44.827" v="1952" actId="1076"/>
          <ac:spMkLst>
            <pc:docMk/>
            <pc:sldMk cId="0" sldId="265"/>
            <ac:spMk id="97" creationId="{00000000-0000-0000-0000-000000000000}"/>
          </ac:spMkLst>
        </pc:spChg>
      </pc:sldChg>
      <pc:sldChg chg="modSp mod">
        <pc:chgData name="Muhammad Mohsin" userId="df76b627-ce7c-4005-88dc-15e098f355fb" providerId="ADAL" clId="{3B62111D-8EFE-472B-9F97-00499F2BB5A4}" dt="2026-02-25T17:17:17.539" v="1991" actId="207"/>
        <pc:sldMkLst>
          <pc:docMk/>
          <pc:sldMk cId="0" sldId="266"/>
        </pc:sldMkLst>
        <pc:spChg chg="mod">
          <ac:chgData name="Muhammad Mohsin" userId="df76b627-ce7c-4005-88dc-15e098f355fb" providerId="ADAL" clId="{3B62111D-8EFE-472B-9F97-00499F2BB5A4}" dt="2026-02-25T14:59:49.569" v="608" actId="1076"/>
          <ac:spMkLst>
            <pc:docMk/>
            <pc:sldMk cId="0" sldId="266"/>
            <ac:spMk id="98" creationId="{00000000-0000-0000-0000-000000000000}"/>
          </ac:spMkLst>
        </pc:spChg>
        <pc:spChg chg="mod">
          <ac:chgData name="Muhammad Mohsin" userId="df76b627-ce7c-4005-88dc-15e098f355fb" providerId="ADAL" clId="{3B62111D-8EFE-472B-9F97-00499F2BB5A4}" dt="2026-02-25T17:17:17.539" v="1991" actId="207"/>
          <ac:spMkLst>
            <pc:docMk/>
            <pc:sldMk cId="0" sldId="266"/>
            <ac:spMk id="99" creationId="{00000000-0000-0000-0000-000000000000}"/>
          </ac:spMkLst>
        </pc:spChg>
        <pc:spChg chg="mod">
          <ac:chgData name="Muhammad Mohsin" userId="df76b627-ce7c-4005-88dc-15e098f355fb" providerId="ADAL" clId="{3B62111D-8EFE-472B-9F97-00499F2BB5A4}" dt="2026-02-25T16:51:56.488" v="1816" actId="207"/>
          <ac:spMkLst>
            <pc:docMk/>
            <pc:sldMk cId="0" sldId="266"/>
            <ac:spMk id="100" creationId="{00000000-0000-0000-0000-000000000000}"/>
          </ac:spMkLst>
        </pc:spChg>
      </pc:sldChg>
      <pc:sldChg chg="modSp mod">
        <pc:chgData name="Muhammad Mohsin" userId="df76b627-ce7c-4005-88dc-15e098f355fb" providerId="ADAL" clId="{3B62111D-8EFE-472B-9F97-00499F2BB5A4}" dt="2026-02-25T16:52:07.254" v="1817" actId="207"/>
        <pc:sldMkLst>
          <pc:docMk/>
          <pc:sldMk cId="0" sldId="267"/>
        </pc:sldMkLst>
        <pc:spChg chg="mod">
          <ac:chgData name="Muhammad Mohsin" userId="df76b627-ce7c-4005-88dc-15e098f355fb" providerId="ADAL" clId="{3B62111D-8EFE-472B-9F97-00499F2BB5A4}" dt="2026-02-25T14:59:55.764" v="609" actId="1076"/>
          <ac:spMkLst>
            <pc:docMk/>
            <pc:sldMk cId="0" sldId="267"/>
            <ac:spMk id="102" creationId="{00000000-0000-0000-0000-000000000000}"/>
          </ac:spMkLst>
        </pc:spChg>
        <pc:spChg chg="mod">
          <ac:chgData name="Muhammad Mohsin" userId="df76b627-ce7c-4005-88dc-15e098f355fb" providerId="ADAL" clId="{3B62111D-8EFE-472B-9F97-00499F2BB5A4}" dt="2026-02-25T16:52:07.254" v="1817" actId="207"/>
          <ac:spMkLst>
            <pc:docMk/>
            <pc:sldMk cId="0" sldId="267"/>
            <ac:spMk id="104" creationId="{00000000-0000-0000-0000-000000000000}"/>
          </ac:spMkLst>
        </pc:spChg>
      </pc:sldChg>
      <pc:sldChg chg="modSp mod">
        <pc:chgData name="Muhammad Mohsin" userId="df76b627-ce7c-4005-88dc-15e098f355fb" providerId="ADAL" clId="{3B62111D-8EFE-472B-9F97-00499F2BB5A4}" dt="2026-02-25T16:53:18.102" v="1821" actId="27636"/>
        <pc:sldMkLst>
          <pc:docMk/>
          <pc:sldMk cId="0" sldId="268"/>
        </pc:sldMkLst>
        <pc:spChg chg="mod">
          <ac:chgData name="Muhammad Mohsin" userId="df76b627-ce7c-4005-88dc-15e098f355fb" providerId="ADAL" clId="{3B62111D-8EFE-472B-9F97-00499F2BB5A4}" dt="2026-02-25T15:00:02.500" v="610" actId="1076"/>
          <ac:spMkLst>
            <pc:docMk/>
            <pc:sldMk cId="0" sldId="268"/>
            <ac:spMk id="107" creationId="{00000000-0000-0000-0000-000000000000}"/>
          </ac:spMkLst>
        </pc:spChg>
        <pc:spChg chg="mod">
          <ac:chgData name="Muhammad Mohsin" userId="df76b627-ce7c-4005-88dc-15e098f355fb" providerId="ADAL" clId="{3B62111D-8EFE-472B-9F97-00499F2BB5A4}" dt="2026-02-25T16:53:18.102" v="1821" actId="27636"/>
          <ac:spMkLst>
            <pc:docMk/>
            <pc:sldMk cId="0" sldId="268"/>
            <ac:spMk id="109" creationId="{00000000-0000-0000-0000-000000000000}"/>
          </ac:spMkLst>
        </pc:spChg>
      </pc:sldChg>
      <pc:sldChg chg="addSp modSp add mod">
        <pc:chgData name="Muhammad Mohsin" userId="df76b627-ce7c-4005-88dc-15e098f355fb" providerId="ADAL" clId="{3B62111D-8EFE-472B-9F97-00499F2BB5A4}" dt="2026-02-25T14:42:41.829" v="123" actId="1076"/>
        <pc:sldMkLst>
          <pc:docMk/>
          <pc:sldMk cId="2576328598" sldId="384"/>
        </pc:sldMkLst>
        <pc:spChg chg="mod">
          <ac:chgData name="Muhammad Mohsin" userId="df76b627-ce7c-4005-88dc-15e098f355fb" providerId="ADAL" clId="{3B62111D-8EFE-472B-9F97-00499F2BB5A4}" dt="2026-02-25T14:41:45.246" v="95" actId="20577"/>
          <ac:spMkLst>
            <pc:docMk/>
            <pc:sldMk cId="2576328598" sldId="384"/>
            <ac:spMk id="2" creationId="{858B32EA-1ECD-407F-879E-7C1C20681759}"/>
          </ac:spMkLst>
        </pc:spChg>
        <pc:spChg chg="mod">
          <ac:chgData name="Muhammad Mohsin" userId="df76b627-ce7c-4005-88dc-15e098f355fb" providerId="ADAL" clId="{3B62111D-8EFE-472B-9F97-00499F2BB5A4}" dt="2026-02-25T13:04:32.260" v="84" actId="1076"/>
          <ac:spMkLst>
            <pc:docMk/>
            <pc:sldMk cId="2576328598" sldId="384"/>
            <ac:spMk id="3" creationId="{54E97875-F8D2-98C4-F6B7-382F57C3803E}"/>
          </ac:spMkLst>
        </pc:spChg>
        <pc:spChg chg="add mod">
          <ac:chgData name="Muhammad Mohsin" userId="df76b627-ce7c-4005-88dc-15e098f355fb" providerId="ADAL" clId="{3B62111D-8EFE-472B-9F97-00499F2BB5A4}" dt="2026-02-25T14:42:41.829" v="123" actId="1076"/>
          <ac:spMkLst>
            <pc:docMk/>
            <pc:sldMk cId="2576328598" sldId="384"/>
            <ac:spMk id="5" creationId="{16C43967-8B97-99A0-E340-77DF4225A726}"/>
          </ac:spMkLst>
        </pc:spChg>
        <pc:picChg chg="mod">
          <ac:chgData name="Muhammad Mohsin" userId="df76b627-ce7c-4005-88dc-15e098f355fb" providerId="ADAL" clId="{3B62111D-8EFE-472B-9F97-00499F2BB5A4}" dt="2026-02-25T13:04:34.343" v="85" actId="1076"/>
          <ac:picMkLst>
            <pc:docMk/>
            <pc:sldMk cId="2576328598" sldId="384"/>
            <ac:picMk id="4" creationId="{CAA83708-1633-C1EF-8934-10197B30A585}"/>
          </ac:picMkLst>
        </pc:picChg>
        <pc:picChg chg="mod">
          <ac:chgData name="Muhammad Mohsin" userId="df76b627-ce7c-4005-88dc-15e098f355fb" providerId="ADAL" clId="{3B62111D-8EFE-472B-9F97-00499F2BB5A4}" dt="2026-02-25T13:04:35.705" v="86" actId="1076"/>
          <ac:picMkLst>
            <pc:docMk/>
            <pc:sldMk cId="2576328598" sldId="384"/>
            <ac:picMk id="9" creationId="{7FE23CE1-C5E9-D80C-E440-D9D5144F0DEA}"/>
          </ac:picMkLst>
        </pc:picChg>
      </pc:sldChg>
      <pc:sldChg chg="delSp modSp add mod">
        <pc:chgData name="Muhammad Mohsin" userId="df76b627-ce7c-4005-88dc-15e098f355fb" providerId="ADAL" clId="{3B62111D-8EFE-472B-9F97-00499F2BB5A4}" dt="2026-02-25T16:00:12.705" v="651" actId="207"/>
        <pc:sldMkLst>
          <pc:docMk/>
          <pc:sldMk cId="3829973544" sldId="385"/>
        </pc:sldMkLst>
        <pc:spChg chg="del mod">
          <ac:chgData name="Muhammad Mohsin" userId="df76b627-ce7c-4005-88dc-15e098f355fb" providerId="ADAL" clId="{3B62111D-8EFE-472B-9F97-00499F2BB5A4}" dt="2026-02-25T15:57:18.039" v="618" actId="478"/>
          <ac:spMkLst>
            <pc:docMk/>
            <pc:sldMk cId="3829973544" sldId="385"/>
            <ac:spMk id="3" creationId="{E8AC4FFE-2567-F12B-A192-E7462BC4E9FD}"/>
          </ac:spMkLst>
        </pc:spChg>
        <pc:spChg chg="del">
          <ac:chgData name="Muhammad Mohsin" userId="df76b627-ce7c-4005-88dc-15e098f355fb" providerId="ADAL" clId="{3B62111D-8EFE-472B-9F97-00499F2BB5A4}" dt="2026-02-25T15:57:12.148" v="616" actId="478"/>
          <ac:spMkLst>
            <pc:docMk/>
            <pc:sldMk cId="3829973544" sldId="385"/>
            <ac:spMk id="16" creationId="{24A4D70A-E3CE-158F-32C6-62F63DAC5ABF}"/>
          </ac:spMkLst>
        </pc:spChg>
        <pc:spChg chg="mod">
          <ac:chgData name="Muhammad Mohsin" userId="df76b627-ce7c-4005-88dc-15e098f355fb" providerId="ADAL" clId="{3B62111D-8EFE-472B-9F97-00499F2BB5A4}" dt="2026-02-25T16:00:12.705" v="651" actId="207"/>
          <ac:spMkLst>
            <pc:docMk/>
            <pc:sldMk cId="3829973544" sldId="385"/>
            <ac:spMk id="76" creationId="{72BE735B-1571-6AA5-7D11-8A0361D518B8}"/>
          </ac:spMkLst>
        </pc:spChg>
      </pc:sldChg>
      <pc:sldChg chg="addSp delSp modSp add mod modAnim">
        <pc:chgData name="Muhammad Mohsin" userId="df76b627-ce7c-4005-88dc-15e098f355fb" providerId="ADAL" clId="{3B62111D-8EFE-472B-9F97-00499F2BB5A4}" dt="2026-02-25T17:07:46.554" v="1828" actId="1076"/>
        <pc:sldMkLst>
          <pc:docMk/>
          <pc:sldMk cId="400767793" sldId="386"/>
        </pc:sldMkLst>
        <pc:spChg chg="add del mod">
          <ac:chgData name="Muhammad Mohsin" userId="df76b627-ce7c-4005-88dc-15e098f355fb" providerId="ADAL" clId="{3B62111D-8EFE-472B-9F97-00499F2BB5A4}" dt="2026-02-25T17:07:39.393" v="1826" actId="478"/>
          <ac:spMkLst>
            <pc:docMk/>
            <pc:sldMk cId="400767793" sldId="386"/>
            <ac:spMk id="10" creationId="{116AA8E7-FD79-C866-00D4-E8DAD77A9CFF}"/>
          </ac:spMkLst>
        </pc:spChg>
        <pc:spChg chg="add mod">
          <ac:chgData name="Muhammad Mohsin" userId="df76b627-ce7c-4005-88dc-15e098f355fb" providerId="ADAL" clId="{3B62111D-8EFE-472B-9F97-00499F2BB5A4}" dt="2026-02-25T17:07:46.554" v="1828" actId="1076"/>
          <ac:spMkLst>
            <pc:docMk/>
            <pc:sldMk cId="400767793" sldId="386"/>
            <ac:spMk id="11" creationId="{C79F6E05-E12E-8658-C071-431D37EB07C7}"/>
          </ac:spMkLst>
        </pc:spChg>
        <pc:spChg chg="mod">
          <ac:chgData name="Muhammad Mohsin" userId="df76b627-ce7c-4005-88dc-15e098f355fb" providerId="ADAL" clId="{3B62111D-8EFE-472B-9F97-00499F2BB5A4}" dt="2026-02-25T16:05:54.052" v="665" actId="14100"/>
          <ac:spMkLst>
            <pc:docMk/>
            <pc:sldMk cId="400767793" sldId="386"/>
            <ac:spMk id="75" creationId="{9CD87F7F-1683-21BF-A37B-BA52B9DF0149}"/>
          </ac:spMkLst>
        </pc:spChg>
        <pc:spChg chg="del mod">
          <ac:chgData name="Muhammad Mohsin" userId="df76b627-ce7c-4005-88dc-15e098f355fb" providerId="ADAL" clId="{3B62111D-8EFE-472B-9F97-00499F2BB5A4}" dt="2026-02-25T16:00:34.123" v="662" actId="478"/>
          <ac:spMkLst>
            <pc:docMk/>
            <pc:sldMk cId="400767793" sldId="386"/>
            <ac:spMk id="76" creationId="{8225594D-B185-062D-C610-268ED496A038}"/>
          </ac:spMkLst>
        </pc:spChg>
        <pc:picChg chg="add mod">
          <ac:chgData name="Muhammad Mohsin" userId="df76b627-ce7c-4005-88dc-15e098f355fb" providerId="ADAL" clId="{3B62111D-8EFE-472B-9F97-00499F2BB5A4}" dt="2026-02-25T16:06:48.496" v="669" actId="1076"/>
          <ac:picMkLst>
            <pc:docMk/>
            <pc:sldMk cId="400767793" sldId="386"/>
            <ac:picMk id="4" creationId="{AE963C31-F132-C6AE-2B9A-D804B134FCB2}"/>
          </ac:picMkLst>
        </pc:picChg>
        <pc:picChg chg="add mod">
          <ac:chgData name="Muhammad Mohsin" userId="df76b627-ce7c-4005-88dc-15e098f355fb" providerId="ADAL" clId="{3B62111D-8EFE-472B-9F97-00499F2BB5A4}" dt="2026-02-25T16:06:53.745" v="670" actId="1076"/>
          <ac:picMkLst>
            <pc:docMk/>
            <pc:sldMk cId="400767793" sldId="386"/>
            <ac:picMk id="6" creationId="{3F3F33E1-F369-723C-F18B-15673D3E3E6F}"/>
          </ac:picMkLst>
        </pc:picChg>
        <pc:picChg chg="add del">
          <ac:chgData name="Muhammad Mohsin" userId="df76b627-ce7c-4005-88dc-15e098f355fb" providerId="ADAL" clId="{3B62111D-8EFE-472B-9F97-00499F2BB5A4}" dt="2026-02-25T16:07:10.218" v="672" actId="22"/>
          <ac:picMkLst>
            <pc:docMk/>
            <pc:sldMk cId="400767793" sldId="386"/>
            <ac:picMk id="8" creationId="{BDA64D91-B790-61B3-7B6E-040C3E4C901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8"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59"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60"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61"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2"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63"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CCF246C-FBB7-4BED-B9F9-BA112DD6FC0D}"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36"/>
          </p:nvPr>
        </p:nvSpPr>
        <p:spPr/>
        <p:txBody>
          <a:bodyPr/>
          <a:lstStyle/>
          <a:p>
            <a:pPr indent="0" algn="r">
              <a:buNone/>
            </a:pPr>
            <a:fld id="{2CCF246C-FBB7-4BED-B9F9-BA112DD6FC0D}" type="slidenum">
              <a:rPr lang="en-US" sz="1400" b="0" u="none" strike="noStrike" smtClean="0">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724263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1"/>
          <p:cNvSpPr>
            <a:spLocks noGrp="1" noRot="1" noChangeAspect="1"/>
          </p:cNvSpPr>
          <p:nvPr>
            <p:ph type="sldImg"/>
          </p:nvPr>
        </p:nvSpPr>
        <p:spPr>
          <a:xfrm>
            <a:off x="685800" y="1143000"/>
            <a:ext cx="5486040" cy="3085920"/>
          </a:xfrm>
          <a:prstGeom prst="rect">
            <a:avLst/>
          </a:prstGeom>
          <a:ln w="0">
            <a:noFill/>
          </a:ln>
        </p:spPr>
      </p:sp>
      <p:sp>
        <p:nvSpPr>
          <p:cNvPr id="1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Today we will do some simple exercises on using the computer</a:t>
            </a:r>
          </a:p>
        </p:txBody>
      </p:sp>
      <p:sp>
        <p:nvSpPr>
          <p:cNvPr id="114"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0109B94-1D8A-47FD-9B32-486E67931797}" type="slidenum">
              <a:rPr lang="en-US" sz="1200" b="0" u="none" strike="noStrike">
                <a:solidFill>
                  <a:srgbClr val="000000"/>
                </a:solidFill>
                <a:effectLst/>
                <a:uFillTx/>
                <a:latin typeface="Times New Roman"/>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36"/>
          </p:nvPr>
        </p:nvSpPr>
        <p:spPr/>
        <p:txBody>
          <a:bodyPr/>
          <a:lstStyle/>
          <a:p>
            <a:pPr indent="0" algn="r">
              <a:buNone/>
            </a:pPr>
            <a:fld id="{2CCF246C-FBB7-4BED-B9F9-BA112DD6FC0D}"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806476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36"/>
          </p:nvPr>
        </p:nvSpPr>
        <p:spPr/>
        <p:txBody>
          <a:bodyPr/>
          <a:lstStyle/>
          <a:p>
            <a:pPr indent="0" algn="r">
              <a:buNone/>
            </a:pPr>
            <a:fld id="{2CCF246C-FBB7-4BED-B9F9-BA112DD6FC0D}"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64440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36"/>
          </p:nvPr>
        </p:nvSpPr>
        <p:spPr/>
        <p:txBody>
          <a:bodyPr/>
          <a:lstStyle/>
          <a:p>
            <a:pPr indent="0" algn="r">
              <a:buNone/>
            </a:pPr>
            <a:fld id="{2CCF246C-FBB7-4BED-B9F9-BA112DD6FC0D}"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90830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noRot="1" noChangeAspect="1"/>
          </p:cNvSpPr>
          <p:nvPr>
            <p:ph type="sldImg"/>
          </p:nvPr>
        </p:nvSpPr>
        <p:spPr>
          <a:xfrm>
            <a:off x="685800" y="1143000"/>
            <a:ext cx="5486400" cy="3086100"/>
          </a:xfrm>
          <a:prstGeom prst="rect">
            <a:avLst/>
          </a:prstGeom>
          <a:ln w="0">
            <a:noFill/>
          </a:ln>
        </p:spPr>
      </p:sp>
      <p:sp>
        <p:nvSpPr>
          <p:cNvPr id="1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Today we will do some simple exercises on using the computer</a:t>
            </a:r>
          </a:p>
        </p:txBody>
      </p:sp>
      <p:sp>
        <p:nvSpPr>
          <p:cNvPr id="117"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20786F-2CB5-436E-BD20-76EBB6FB1B1D}"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laceHolder 1"/>
          <p:cNvSpPr>
            <a:spLocks noGrp="1" noRot="1" noChangeAspect="1"/>
          </p:cNvSpPr>
          <p:nvPr>
            <p:ph type="sldImg"/>
          </p:nvPr>
        </p:nvSpPr>
        <p:spPr>
          <a:xfrm>
            <a:off x="685800" y="1143000"/>
            <a:ext cx="5486400" cy="3086100"/>
          </a:xfrm>
          <a:prstGeom prst="rect">
            <a:avLst/>
          </a:prstGeom>
          <a:ln w="0">
            <a:noFill/>
          </a:ln>
        </p:spPr>
      </p:sp>
      <p:sp>
        <p:nvSpPr>
          <p:cNvPr id="1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Today we will do some simple exercises on using the computer</a:t>
            </a:r>
          </a:p>
        </p:txBody>
      </p:sp>
      <p:sp>
        <p:nvSpPr>
          <p:cNvPr id="120"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169EB6A-9EE9-45B3-9908-D8F929146C41}" type="slidenum">
              <a:rPr lang="en-US"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noRot="1" noChangeAspect="1"/>
          </p:cNvSpPr>
          <p:nvPr>
            <p:ph type="sldImg"/>
          </p:nvPr>
        </p:nvSpPr>
        <p:spPr>
          <a:xfrm>
            <a:off x="685800" y="1143000"/>
            <a:ext cx="5486400" cy="3086100"/>
          </a:xfrm>
          <a:prstGeom prst="rect">
            <a:avLst/>
          </a:prstGeom>
          <a:ln w="0">
            <a:noFill/>
          </a:ln>
        </p:spPr>
      </p:sp>
      <p:sp>
        <p:nvSpPr>
          <p:cNvPr id="1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Today we will do some simple exercises on using the computer</a:t>
            </a:r>
          </a:p>
        </p:txBody>
      </p:sp>
      <p:sp>
        <p:nvSpPr>
          <p:cNvPr id="123"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7A0546F-F38F-4D7F-BC7F-1EBCB7143203}"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C9A3-DD03-A9A6-5FFB-1ABC91B02B96}"/>
            </a:ext>
          </a:extLst>
        </p:cNvPr>
        <p:cNvGrpSpPr/>
        <p:nvPr/>
      </p:nvGrpSpPr>
      <p:grpSpPr>
        <a:xfrm>
          <a:off x="0" y="0"/>
          <a:ext cx="0" cy="0"/>
          <a:chOff x="0" y="0"/>
          <a:chExt cx="0" cy="0"/>
        </a:xfrm>
      </p:grpSpPr>
      <p:sp>
        <p:nvSpPr>
          <p:cNvPr id="121" name="PlaceHolder 1">
            <a:extLst>
              <a:ext uri="{FF2B5EF4-FFF2-40B4-BE49-F238E27FC236}">
                <a16:creationId xmlns:a16="http://schemas.microsoft.com/office/drawing/2014/main" id="{47D7C68D-D9EC-1112-523C-9EDD0F345878}"/>
              </a:ext>
            </a:extLst>
          </p:cNvPr>
          <p:cNvSpPr>
            <a:spLocks noGrp="1" noRot="1" noChangeAspect="1"/>
          </p:cNvSpPr>
          <p:nvPr>
            <p:ph type="sldImg"/>
          </p:nvPr>
        </p:nvSpPr>
        <p:spPr>
          <a:xfrm>
            <a:off x="685800" y="1143000"/>
            <a:ext cx="5486400" cy="3086100"/>
          </a:xfrm>
          <a:prstGeom prst="rect">
            <a:avLst/>
          </a:prstGeom>
          <a:ln w="0">
            <a:noFill/>
          </a:ln>
        </p:spPr>
      </p:sp>
      <p:sp>
        <p:nvSpPr>
          <p:cNvPr id="122" name="PlaceHolder 2">
            <a:extLst>
              <a:ext uri="{FF2B5EF4-FFF2-40B4-BE49-F238E27FC236}">
                <a16:creationId xmlns:a16="http://schemas.microsoft.com/office/drawing/2014/main" id="{A2CB2F81-8F1F-E781-BA37-3ECDB7A60A85}"/>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Today we will do some simple exercises on using the computer</a:t>
            </a:r>
          </a:p>
        </p:txBody>
      </p:sp>
      <p:sp>
        <p:nvSpPr>
          <p:cNvPr id="123" name="PlaceHolder 3">
            <a:extLst>
              <a:ext uri="{FF2B5EF4-FFF2-40B4-BE49-F238E27FC236}">
                <a16:creationId xmlns:a16="http://schemas.microsoft.com/office/drawing/2014/main" id="{7441E0C7-8F3E-FF0D-965A-37FC630BD0E1}"/>
              </a:ext>
            </a:extLst>
          </p:cNvPr>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7A0546F-F38F-4D7F-BC7F-1EBCB7143203}" type="slidenum">
              <a:rPr lang="en-US" sz="1200" b="0" u="none" strike="noStrike">
                <a:solidFill>
                  <a:srgbClr val="000000"/>
                </a:solidFill>
                <a:effectLst/>
                <a:uFillTx/>
                <a:latin typeface="Times New Roman"/>
              </a:rPr>
              <a:t>11</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366718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570AD-A342-4D31-DB6A-79778BCD0D26}"/>
            </a:ext>
          </a:extLst>
        </p:cNvPr>
        <p:cNvGrpSpPr/>
        <p:nvPr/>
      </p:nvGrpSpPr>
      <p:grpSpPr>
        <a:xfrm>
          <a:off x="0" y="0"/>
          <a:ext cx="0" cy="0"/>
          <a:chOff x="0" y="0"/>
          <a:chExt cx="0" cy="0"/>
        </a:xfrm>
      </p:grpSpPr>
      <p:sp>
        <p:nvSpPr>
          <p:cNvPr id="121" name="PlaceHolder 1">
            <a:extLst>
              <a:ext uri="{FF2B5EF4-FFF2-40B4-BE49-F238E27FC236}">
                <a16:creationId xmlns:a16="http://schemas.microsoft.com/office/drawing/2014/main" id="{20772BDC-1268-529F-B456-C666B0A7EAB4}"/>
              </a:ext>
            </a:extLst>
          </p:cNvPr>
          <p:cNvSpPr>
            <a:spLocks noGrp="1" noRot="1" noChangeAspect="1"/>
          </p:cNvSpPr>
          <p:nvPr>
            <p:ph type="sldImg"/>
          </p:nvPr>
        </p:nvSpPr>
        <p:spPr>
          <a:xfrm>
            <a:off x="685800" y="1143000"/>
            <a:ext cx="5486400" cy="3086100"/>
          </a:xfrm>
          <a:prstGeom prst="rect">
            <a:avLst/>
          </a:prstGeom>
          <a:ln w="0">
            <a:noFill/>
          </a:ln>
        </p:spPr>
      </p:sp>
      <p:sp>
        <p:nvSpPr>
          <p:cNvPr id="122" name="PlaceHolder 2">
            <a:extLst>
              <a:ext uri="{FF2B5EF4-FFF2-40B4-BE49-F238E27FC236}">
                <a16:creationId xmlns:a16="http://schemas.microsoft.com/office/drawing/2014/main" id="{BD1694E7-A09A-79EA-523D-EC12B5216355}"/>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Today we will do some simple exercises on using the computer</a:t>
            </a:r>
          </a:p>
        </p:txBody>
      </p:sp>
      <p:sp>
        <p:nvSpPr>
          <p:cNvPr id="123" name="PlaceHolder 3">
            <a:extLst>
              <a:ext uri="{FF2B5EF4-FFF2-40B4-BE49-F238E27FC236}">
                <a16:creationId xmlns:a16="http://schemas.microsoft.com/office/drawing/2014/main" id="{7D9EAA6B-90BB-C6EA-5E32-BCE28E5F10BF}"/>
              </a:ext>
            </a:extLst>
          </p:cNvPr>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7A0546F-F38F-4D7F-BC7F-1EBCB7143203}"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876311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noRot="1" noChangeAspect="1"/>
          </p:cNvSpPr>
          <p:nvPr>
            <p:ph type="sldImg"/>
          </p:nvPr>
        </p:nvSpPr>
        <p:spPr>
          <a:xfrm>
            <a:off x="685800" y="1143000"/>
            <a:ext cx="5486400" cy="3086100"/>
          </a:xfrm>
          <a:prstGeom prst="rect">
            <a:avLst/>
          </a:prstGeom>
          <a:ln w="0">
            <a:noFill/>
          </a:ln>
        </p:spPr>
      </p:sp>
      <p:sp>
        <p:nvSpPr>
          <p:cNvPr id="1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mn-lt"/>
              </a:rPr>
              <a:t>#include&lt;iostream&gt;</a:t>
            </a:r>
          </a:p>
          <a:p>
            <a:pPr indent="0">
              <a:lnSpc>
                <a:spcPct val="100000"/>
              </a:lnSpc>
              <a:buNone/>
            </a:pPr>
            <a:r>
              <a:rPr lang="en-US" sz="2000" b="0" u="none" strike="noStrike" dirty="0">
                <a:solidFill>
                  <a:srgbClr val="000000"/>
                </a:solidFill>
                <a:effectLst/>
                <a:uFillTx/>
                <a:latin typeface="+mn-lt"/>
              </a:rPr>
              <a:t>using namespace std;</a:t>
            </a:r>
          </a:p>
          <a:p>
            <a:pPr indent="0">
              <a:lnSpc>
                <a:spcPct val="100000"/>
              </a:lnSpc>
              <a:buNone/>
            </a:pPr>
            <a:endParaRPr lang="en-US" sz="2000" b="0" u="none" strike="noStrike" dirty="0">
              <a:solidFill>
                <a:srgbClr val="000000"/>
              </a:solidFill>
              <a:effectLst/>
              <a:uFillTx/>
              <a:latin typeface="+mn-lt"/>
            </a:endParaRPr>
          </a:p>
          <a:p>
            <a:pPr indent="0">
              <a:lnSpc>
                <a:spcPct val="100000"/>
              </a:lnSpc>
              <a:buNone/>
            </a:pPr>
            <a:r>
              <a:rPr lang="en-US" sz="2000" b="0" u="none" strike="noStrike" dirty="0">
                <a:solidFill>
                  <a:srgbClr val="000000"/>
                </a:solidFill>
                <a:effectLst/>
                <a:uFillTx/>
                <a:latin typeface="+mn-lt"/>
              </a:rPr>
              <a:t>// Rectangle area </a:t>
            </a:r>
          </a:p>
          <a:p>
            <a:pPr indent="0">
              <a:lnSpc>
                <a:spcPct val="100000"/>
              </a:lnSpc>
              <a:buNone/>
            </a:pPr>
            <a:r>
              <a:rPr lang="en-US" sz="2000" b="0" u="none" strike="noStrike" dirty="0">
                <a:solidFill>
                  <a:srgbClr val="000000"/>
                </a:solidFill>
                <a:effectLst/>
                <a:uFillTx/>
                <a:latin typeface="+mn-lt"/>
              </a:rPr>
              <a:t>float </a:t>
            </a:r>
            <a:r>
              <a:rPr lang="en-US" sz="2000" b="0" u="none" strike="noStrike" dirty="0" err="1">
                <a:solidFill>
                  <a:srgbClr val="000000"/>
                </a:solidFill>
                <a:effectLst/>
                <a:uFillTx/>
                <a:latin typeface="+mn-lt"/>
              </a:rPr>
              <a:t>areaRectangle</a:t>
            </a:r>
            <a:r>
              <a:rPr lang="en-US" sz="2000" b="0" u="none" strike="noStrike" dirty="0">
                <a:solidFill>
                  <a:srgbClr val="000000"/>
                </a:solidFill>
                <a:effectLst/>
                <a:uFillTx/>
                <a:latin typeface="+mn-lt"/>
              </a:rPr>
              <a:t>(float l, float w) {</a:t>
            </a:r>
          </a:p>
          <a:p>
            <a:pPr indent="0">
              <a:lnSpc>
                <a:spcPct val="100000"/>
              </a:lnSpc>
              <a:buNone/>
            </a:pPr>
            <a:r>
              <a:rPr lang="en-US" sz="2000" b="0" u="none" strike="noStrike" dirty="0">
                <a:solidFill>
                  <a:srgbClr val="000000"/>
                </a:solidFill>
                <a:effectLst/>
                <a:uFillTx/>
                <a:latin typeface="+mn-lt"/>
              </a:rPr>
              <a:t>    return l * w;</a:t>
            </a:r>
          </a:p>
          <a:p>
            <a:pPr indent="0">
              <a:lnSpc>
                <a:spcPct val="100000"/>
              </a:lnSpc>
              <a:buNone/>
            </a:pPr>
            <a:r>
              <a:rPr lang="en-US" sz="2000" b="0" u="none" strike="noStrike" dirty="0">
                <a:solidFill>
                  <a:srgbClr val="000000"/>
                </a:solidFill>
                <a:effectLst/>
                <a:uFillTx/>
                <a:latin typeface="+mn-lt"/>
              </a:rPr>
              <a:t>}</a:t>
            </a:r>
          </a:p>
          <a:p>
            <a:pPr indent="0">
              <a:lnSpc>
                <a:spcPct val="100000"/>
              </a:lnSpc>
              <a:buNone/>
            </a:pPr>
            <a:endParaRPr lang="en-US" sz="2000" b="0" u="none" strike="noStrike" dirty="0">
              <a:solidFill>
                <a:srgbClr val="000000"/>
              </a:solidFill>
              <a:effectLst/>
              <a:uFillTx/>
              <a:latin typeface="+mn-lt"/>
            </a:endParaRPr>
          </a:p>
          <a:p>
            <a:pPr indent="0">
              <a:lnSpc>
                <a:spcPct val="100000"/>
              </a:lnSpc>
              <a:buNone/>
            </a:pPr>
            <a:r>
              <a:rPr lang="en-US" sz="2000" b="0" u="none" strike="noStrike" dirty="0">
                <a:solidFill>
                  <a:srgbClr val="000000"/>
                </a:solidFill>
                <a:effectLst/>
                <a:uFillTx/>
                <a:latin typeface="+mn-lt"/>
              </a:rPr>
              <a:t>// Triangle area </a:t>
            </a:r>
          </a:p>
          <a:p>
            <a:pPr indent="0">
              <a:lnSpc>
                <a:spcPct val="100000"/>
              </a:lnSpc>
              <a:buNone/>
            </a:pPr>
            <a:r>
              <a:rPr lang="en-US" sz="2000" b="0" u="none" strike="noStrike" dirty="0">
                <a:solidFill>
                  <a:srgbClr val="000000"/>
                </a:solidFill>
                <a:effectLst/>
                <a:uFillTx/>
                <a:latin typeface="+mn-lt"/>
              </a:rPr>
              <a:t>float </a:t>
            </a:r>
            <a:r>
              <a:rPr lang="en-US" sz="2000" b="0" u="none" strike="noStrike" dirty="0" err="1">
                <a:solidFill>
                  <a:srgbClr val="000000"/>
                </a:solidFill>
                <a:effectLst/>
                <a:uFillTx/>
                <a:latin typeface="+mn-lt"/>
              </a:rPr>
              <a:t>areaTriangle</a:t>
            </a:r>
            <a:r>
              <a:rPr lang="en-US" sz="2000" b="0" u="none" strike="noStrike" dirty="0">
                <a:solidFill>
                  <a:srgbClr val="000000"/>
                </a:solidFill>
                <a:effectLst/>
                <a:uFillTx/>
                <a:latin typeface="+mn-lt"/>
              </a:rPr>
              <a:t>(float b, float h) {</a:t>
            </a:r>
          </a:p>
          <a:p>
            <a:pPr indent="0">
              <a:lnSpc>
                <a:spcPct val="100000"/>
              </a:lnSpc>
              <a:buNone/>
            </a:pPr>
            <a:r>
              <a:rPr lang="en-US" sz="2000" b="0" u="none" strike="noStrike" dirty="0">
                <a:solidFill>
                  <a:srgbClr val="000000"/>
                </a:solidFill>
                <a:effectLst/>
                <a:uFillTx/>
                <a:latin typeface="+mn-lt"/>
              </a:rPr>
              <a:t>    return 0.5 * b * h;</a:t>
            </a:r>
          </a:p>
          <a:p>
            <a:pPr indent="0">
              <a:lnSpc>
                <a:spcPct val="100000"/>
              </a:lnSpc>
              <a:buNone/>
            </a:pPr>
            <a:r>
              <a:rPr lang="en-US" sz="2000" b="0" u="none" strike="noStrike" dirty="0">
                <a:solidFill>
                  <a:srgbClr val="000000"/>
                </a:solidFill>
                <a:effectLst/>
                <a:uFillTx/>
                <a:latin typeface="+mn-lt"/>
              </a:rPr>
              <a:t>}</a:t>
            </a:r>
          </a:p>
          <a:p>
            <a:pPr indent="0">
              <a:lnSpc>
                <a:spcPct val="100000"/>
              </a:lnSpc>
              <a:buNone/>
            </a:pPr>
            <a:endParaRPr lang="en-US" sz="2000" b="0" u="none" strike="noStrike" dirty="0">
              <a:solidFill>
                <a:srgbClr val="000000"/>
              </a:solidFill>
              <a:effectLst/>
              <a:uFillTx/>
              <a:latin typeface="+mn-lt"/>
            </a:endParaRPr>
          </a:p>
          <a:p>
            <a:pPr indent="0">
              <a:lnSpc>
                <a:spcPct val="100000"/>
              </a:lnSpc>
              <a:buNone/>
            </a:pPr>
            <a:r>
              <a:rPr lang="en-US" sz="2000" b="0" u="none" strike="noStrike" dirty="0">
                <a:solidFill>
                  <a:srgbClr val="000000"/>
                </a:solidFill>
                <a:effectLst/>
                <a:uFillTx/>
                <a:latin typeface="+mn-lt"/>
              </a:rPr>
              <a:t>// Cylinder area</a:t>
            </a:r>
          </a:p>
          <a:p>
            <a:pPr indent="0">
              <a:lnSpc>
                <a:spcPct val="100000"/>
              </a:lnSpc>
              <a:buNone/>
            </a:pPr>
            <a:r>
              <a:rPr lang="en-US" sz="2000" b="0" u="none" strike="noStrike" dirty="0">
                <a:solidFill>
                  <a:srgbClr val="000000"/>
                </a:solidFill>
                <a:effectLst/>
                <a:uFillTx/>
                <a:latin typeface="+mn-lt"/>
              </a:rPr>
              <a:t>float </a:t>
            </a:r>
            <a:r>
              <a:rPr lang="en-US" sz="2000" b="0" u="none" strike="noStrike" dirty="0" err="1">
                <a:solidFill>
                  <a:srgbClr val="000000"/>
                </a:solidFill>
                <a:effectLst/>
                <a:uFillTx/>
                <a:latin typeface="+mn-lt"/>
              </a:rPr>
              <a:t>areaCylinder</a:t>
            </a:r>
            <a:r>
              <a:rPr lang="en-US" sz="2000" b="0" u="none" strike="noStrike" dirty="0">
                <a:solidFill>
                  <a:srgbClr val="000000"/>
                </a:solidFill>
                <a:effectLst/>
                <a:uFillTx/>
                <a:latin typeface="+mn-lt"/>
              </a:rPr>
              <a:t>(float r, float h) {</a:t>
            </a:r>
          </a:p>
          <a:p>
            <a:pPr indent="0">
              <a:lnSpc>
                <a:spcPct val="100000"/>
              </a:lnSpc>
              <a:buNone/>
            </a:pPr>
            <a:r>
              <a:rPr lang="en-US" sz="2000" b="0" u="none" strike="noStrike" dirty="0">
                <a:solidFill>
                  <a:srgbClr val="000000"/>
                </a:solidFill>
                <a:effectLst/>
                <a:uFillTx/>
                <a:latin typeface="+mn-lt"/>
              </a:rPr>
              <a:t>    float pi = 3.14;</a:t>
            </a:r>
          </a:p>
          <a:p>
            <a:pPr indent="0">
              <a:lnSpc>
                <a:spcPct val="100000"/>
              </a:lnSpc>
              <a:buNone/>
            </a:pPr>
            <a:r>
              <a:rPr lang="en-US" sz="2000" b="0" u="none" strike="noStrike" dirty="0">
                <a:solidFill>
                  <a:srgbClr val="000000"/>
                </a:solidFill>
                <a:effectLst/>
                <a:uFillTx/>
                <a:latin typeface="+mn-lt"/>
              </a:rPr>
              <a:t>    return 2 * pi * r * (r + h);</a:t>
            </a:r>
          </a:p>
          <a:p>
            <a:pPr indent="0">
              <a:lnSpc>
                <a:spcPct val="100000"/>
              </a:lnSpc>
              <a:buNone/>
            </a:pPr>
            <a:r>
              <a:rPr lang="en-US" sz="2000" b="0" u="none" strike="noStrike" dirty="0">
                <a:solidFill>
                  <a:srgbClr val="000000"/>
                </a:solidFill>
                <a:effectLst/>
                <a:uFillTx/>
                <a:latin typeface="+mn-lt"/>
              </a:rPr>
              <a:t>}</a:t>
            </a:r>
          </a:p>
          <a:p>
            <a:pPr indent="0">
              <a:lnSpc>
                <a:spcPct val="100000"/>
              </a:lnSpc>
              <a:buNone/>
            </a:pPr>
            <a:endParaRPr lang="en-US" sz="2000" b="0" u="none" strike="noStrike" dirty="0">
              <a:solidFill>
                <a:srgbClr val="000000"/>
              </a:solidFill>
              <a:effectLst/>
              <a:uFillTx/>
              <a:latin typeface="+mn-lt"/>
            </a:endParaRPr>
          </a:p>
          <a:p>
            <a:pPr indent="0">
              <a:lnSpc>
                <a:spcPct val="100000"/>
              </a:lnSpc>
              <a:buNone/>
            </a:pPr>
            <a:r>
              <a:rPr lang="en-US" sz="2000" b="0" u="none" strike="noStrike" dirty="0">
                <a:solidFill>
                  <a:srgbClr val="000000"/>
                </a:solidFill>
                <a:effectLst/>
                <a:uFillTx/>
                <a:latin typeface="+mn-lt"/>
              </a:rPr>
              <a:t>int main() {</a:t>
            </a:r>
          </a:p>
          <a:p>
            <a:pPr indent="0">
              <a:lnSpc>
                <a:spcPct val="100000"/>
              </a:lnSpc>
              <a:buNone/>
            </a:pPr>
            <a:r>
              <a:rPr lang="en-US" sz="2000" b="0" u="none" strike="noStrike" dirty="0">
                <a:solidFill>
                  <a:srgbClr val="000000"/>
                </a:solidFill>
                <a:effectLst/>
                <a:uFillTx/>
                <a:latin typeface="+mn-lt"/>
              </a:rPr>
              <a:t>    // Rectangle</a:t>
            </a:r>
          </a:p>
          <a:p>
            <a:pPr indent="0">
              <a:lnSpc>
                <a:spcPct val="100000"/>
              </a:lnSpc>
              <a:buNone/>
            </a:pPr>
            <a:r>
              <a:rPr lang="en-US" sz="2000" b="0" u="none" strike="noStrike" dirty="0">
                <a:solidFill>
                  <a:srgbClr val="000000"/>
                </a:solidFill>
                <a:effectLst/>
                <a:uFillTx/>
                <a:latin typeface="+mn-lt"/>
              </a:rPr>
              <a:t>    </a:t>
            </a:r>
            <a:r>
              <a:rPr lang="en-US" sz="2000" b="0" u="none" strike="noStrike" dirty="0" err="1">
                <a:solidFill>
                  <a:srgbClr val="000000"/>
                </a:solidFill>
                <a:effectLst/>
                <a:uFillTx/>
                <a:latin typeface="+mn-lt"/>
              </a:rPr>
              <a:t>cout</a:t>
            </a:r>
            <a:r>
              <a:rPr lang="en-US" sz="2000" b="0" u="none" strike="noStrike" dirty="0">
                <a:solidFill>
                  <a:srgbClr val="000000"/>
                </a:solidFill>
                <a:effectLst/>
                <a:uFillTx/>
                <a:latin typeface="+mn-lt"/>
              </a:rPr>
              <a:t> &lt;&lt; "Area of Rectangle = " &lt;&lt; </a:t>
            </a:r>
            <a:r>
              <a:rPr lang="en-US" sz="2000" b="0" u="none" strike="noStrike" dirty="0" err="1">
                <a:solidFill>
                  <a:srgbClr val="000000"/>
                </a:solidFill>
                <a:effectLst/>
                <a:uFillTx/>
                <a:latin typeface="+mn-lt"/>
              </a:rPr>
              <a:t>areaRectangle</a:t>
            </a:r>
            <a:r>
              <a:rPr lang="en-US" sz="2000" b="0" u="none" strike="noStrike" dirty="0">
                <a:solidFill>
                  <a:srgbClr val="000000"/>
                </a:solidFill>
                <a:effectLst/>
                <a:uFillTx/>
                <a:latin typeface="+mn-lt"/>
              </a:rPr>
              <a:t>(7, 10) &lt;&lt; </a:t>
            </a:r>
            <a:r>
              <a:rPr lang="en-US" sz="2000" b="0" u="none" strike="noStrike" dirty="0" err="1">
                <a:solidFill>
                  <a:srgbClr val="000000"/>
                </a:solidFill>
                <a:effectLst/>
                <a:uFillTx/>
                <a:latin typeface="+mn-lt"/>
              </a:rPr>
              <a:t>endl</a:t>
            </a:r>
            <a:r>
              <a:rPr lang="en-US" sz="2000" b="0" u="none" strike="noStrike" dirty="0">
                <a:solidFill>
                  <a:srgbClr val="000000"/>
                </a:solidFill>
                <a:effectLst/>
                <a:uFillTx/>
                <a:latin typeface="+mn-lt"/>
              </a:rPr>
              <a:t>;</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 Triangle</a:t>
            </a:r>
          </a:p>
          <a:p>
            <a:pPr indent="0">
              <a:lnSpc>
                <a:spcPct val="100000"/>
              </a:lnSpc>
              <a:buNone/>
            </a:pPr>
            <a:r>
              <a:rPr lang="en-US" sz="2000" b="0" u="none" strike="noStrike" dirty="0">
                <a:solidFill>
                  <a:srgbClr val="000000"/>
                </a:solidFill>
                <a:effectLst/>
                <a:uFillTx/>
                <a:latin typeface="+mn-lt"/>
              </a:rPr>
              <a:t>    </a:t>
            </a:r>
            <a:r>
              <a:rPr lang="en-US" sz="2000" b="0" u="none" strike="noStrike" dirty="0" err="1">
                <a:solidFill>
                  <a:srgbClr val="000000"/>
                </a:solidFill>
                <a:effectLst/>
                <a:uFillTx/>
                <a:latin typeface="+mn-lt"/>
              </a:rPr>
              <a:t>cout</a:t>
            </a:r>
            <a:r>
              <a:rPr lang="en-US" sz="2000" b="0" u="none" strike="noStrike" dirty="0">
                <a:solidFill>
                  <a:srgbClr val="000000"/>
                </a:solidFill>
                <a:effectLst/>
                <a:uFillTx/>
                <a:latin typeface="+mn-lt"/>
              </a:rPr>
              <a:t> &lt;&lt; "Area of Triangle = " &lt;&lt; </a:t>
            </a:r>
            <a:r>
              <a:rPr lang="en-US" sz="2000" b="0" u="none" strike="noStrike" dirty="0" err="1">
                <a:solidFill>
                  <a:srgbClr val="000000"/>
                </a:solidFill>
                <a:effectLst/>
                <a:uFillTx/>
                <a:latin typeface="+mn-lt"/>
              </a:rPr>
              <a:t>areaTriangle</a:t>
            </a:r>
            <a:r>
              <a:rPr lang="en-US" sz="2000" b="0" u="none" strike="noStrike" dirty="0">
                <a:solidFill>
                  <a:srgbClr val="000000"/>
                </a:solidFill>
                <a:effectLst/>
                <a:uFillTx/>
                <a:latin typeface="+mn-lt"/>
              </a:rPr>
              <a:t>(12, 20) &lt;&lt; </a:t>
            </a:r>
            <a:r>
              <a:rPr lang="en-US" sz="2000" b="0" u="none" strike="noStrike" dirty="0" err="1">
                <a:solidFill>
                  <a:srgbClr val="000000"/>
                </a:solidFill>
                <a:effectLst/>
                <a:uFillTx/>
                <a:latin typeface="+mn-lt"/>
              </a:rPr>
              <a:t>endl</a:t>
            </a:r>
            <a:r>
              <a:rPr lang="en-US" sz="2000" b="0" u="none" strike="noStrike" dirty="0">
                <a:solidFill>
                  <a:srgbClr val="000000"/>
                </a:solidFill>
                <a:effectLst/>
                <a:uFillTx/>
                <a:latin typeface="+mn-lt"/>
              </a:rPr>
              <a:t>;</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 Cylinder</a:t>
            </a:r>
          </a:p>
          <a:p>
            <a:pPr indent="0">
              <a:lnSpc>
                <a:spcPct val="100000"/>
              </a:lnSpc>
              <a:buNone/>
            </a:pPr>
            <a:r>
              <a:rPr lang="en-US" sz="2000" b="0" u="none" strike="noStrike" dirty="0">
                <a:solidFill>
                  <a:srgbClr val="000000"/>
                </a:solidFill>
                <a:effectLst/>
                <a:uFillTx/>
                <a:latin typeface="+mn-lt"/>
              </a:rPr>
              <a:t>    </a:t>
            </a:r>
            <a:r>
              <a:rPr lang="en-US" sz="2000" b="0" u="none" strike="noStrike" dirty="0" err="1">
                <a:solidFill>
                  <a:srgbClr val="000000"/>
                </a:solidFill>
                <a:effectLst/>
                <a:uFillTx/>
                <a:latin typeface="+mn-lt"/>
              </a:rPr>
              <a:t>cout</a:t>
            </a:r>
            <a:r>
              <a:rPr lang="en-US" sz="2000" b="0" u="none" strike="noStrike" dirty="0">
                <a:solidFill>
                  <a:srgbClr val="000000"/>
                </a:solidFill>
                <a:effectLst/>
                <a:uFillTx/>
                <a:latin typeface="+mn-lt"/>
              </a:rPr>
              <a:t> &lt;&lt; "Area of Cylinder = " &lt;&lt; </a:t>
            </a:r>
            <a:r>
              <a:rPr lang="en-US" sz="2000" b="0" u="none" strike="noStrike" dirty="0" err="1">
                <a:solidFill>
                  <a:srgbClr val="000000"/>
                </a:solidFill>
                <a:effectLst/>
                <a:uFillTx/>
                <a:latin typeface="+mn-lt"/>
              </a:rPr>
              <a:t>areaCylinder</a:t>
            </a:r>
            <a:r>
              <a:rPr lang="en-US" sz="2000" b="0" u="none" strike="noStrike" dirty="0">
                <a:solidFill>
                  <a:srgbClr val="000000"/>
                </a:solidFill>
                <a:effectLst/>
                <a:uFillTx/>
                <a:latin typeface="+mn-lt"/>
              </a:rPr>
              <a:t>(3, 7) &lt;&lt; </a:t>
            </a:r>
            <a:r>
              <a:rPr lang="en-US" sz="2000" b="0" u="none" strike="noStrike" dirty="0" err="1">
                <a:solidFill>
                  <a:srgbClr val="000000"/>
                </a:solidFill>
                <a:effectLst/>
                <a:uFillTx/>
                <a:latin typeface="+mn-lt"/>
              </a:rPr>
              <a:t>endl</a:t>
            </a:r>
            <a:r>
              <a:rPr lang="en-US" sz="2000" b="0" u="none" strike="noStrike" dirty="0">
                <a:solidFill>
                  <a:srgbClr val="000000"/>
                </a:solidFill>
                <a:effectLst/>
                <a:uFillTx/>
                <a:latin typeface="+mn-lt"/>
              </a:rPr>
              <a:t>;</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return 0;</a:t>
            </a:r>
          </a:p>
          <a:p>
            <a:pPr indent="0">
              <a:lnSpc>
                <a:spcPct val="100000"/>
              </a:lnSpc>
              <a:buNone/>
            </a:pPr>
            <a:r>
              <a:rPr lang="en-US" sz="2000" b="0" u="none" strike="noStrike" dirty="0">
                <a:solidFill>
                  <a:srgbClr val="000000"/>
                </a:solidFill>
                <a:effectLst/>
                <a:uFillTx/>
                <a:latin typeface="+mn-lt"/>
              </a:rPr>
              <a:t>}</a:t>
            </a:r>
          </a:p>
          <a:p>
            <a:pPr indent="0">
              <a:lnSpc>
                <a:spcPct val="100000"/>
              </a:lnSpc>
              <a:buNone/>
            </a:pPr>
            <a:endParaRPr lang="en-US" sz="2000" b="0" u="none" strike="noStrike" dirty="0">
              <a:solidFill>
                <a:srgbClr val="000000"/>
              </a:solidFill>
              <a:effectLst/>
              <a:uFillTx/>
              <a:latin typeface="+mn-lt"/>
            </a:endParaRPr>
          </a:p>
          <a:p>
            <a:pPr indent="0">
              <a:lnSpc>
                <a:spcPct val="100000"/>
              </a:lnSpc>
              <a:buNone/>
            </a:pPr>
            <a:r>
              <a:rPr lang="en-US" sz="2000" b="0" u="none" strike="noStrike" dirty="0">
                <a:solidFill>
                  <a:srgbClr val="000000"/>
                </a:solidFill>
                <a:effectLst/>
                <a:uFillTx/>
                <a:latin typeface="+mn-lt"/>
              </a:rPr>
              <a:t>//</a:t>
            </a:r>
            <a:r>
              <a:rPr lang="pt-BR" sz="2000" dirty="0"/>
              <a:t>A=2∗pi∗r∗(r+h)</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2000" b="0" u="none" strike="noStrike" dirty="0">
                <a:solidFill>
                  <a:srgbClr val="000000"/>
                </a:solidFill>
                <a:effectLst/>
                <a:uFillTx/>
                <a:latin typeface="+mn-lt"/>
              </a:rPr>
              <a:t>//</a:t>
            </a:r>
            <a:r>
              <a:rPr lang="en-US" sz="2000" dirty="0"/>
              <a:t>A=(1/2)∗</a:t>
            </a:r>
            <a:r>
              <a:rPr lang="en-US" sz="2000" dirty="0" err="1"/>
              <a:t>b∗h</a:t>
            </a:r>
            <a:r>
              <a:rPr lang="en-US" sz="2000" dirty="0"/>
              <a:t> </a:t>
            </a:r>
          </a:p>
          <a:p>
            <a:pPr indent="0">
              <a:lnSpc>
                <a:spcPct val="100000"/>
              </a:lnSpc>
              <a:buNone/>
            </a:pPr>
            <a:r>
              <a:rPr lang="en-US" sz="2000" b="0" u="none" strike="noStrike" dirty="0">
                <a:solidFill>
                  <a:srgbClr val="000000"/>
                </a:solidFill>
                <a:effectLst/>
                <a:uFillTx/>
                <a:latin typeface="+mn-lt"/>
              </a:rPr>
              <a:t>//A =l*w</a:t>
            </a:r>
          </a:p>
        </p:txBody>
      </p:sp>
      <p:sp>
        <p:nvSpPr>
          <p:cNvPr id="126"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5EAEF5-BD2D-4C66-B5D8-E84D2987A381}"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noRot="1" noChangeAspect="1"/>
          </p:cNvSpPr>
          <p:nvPr>
            <p:ph type="sldImg"/>
          </p:nvPr>
        </p:nvSpPr>
        <p:spPr>
          <a:xfrm>
            <a:off x="685800" y="1143000"/>
            <a:ext cx="5486400" cy="3086100"/>
          </a:xfrm>
          <a:prstGeom prst="rect">
            <a:avLst/>
          </a:prstGeom>
          <a:ln w="0">
            <a:noFill/>
          </a:ln>
        </p:spPr>
      </p:sp>
      <p:sp>
        <p:nvSpPr>
          <p:cNvPr id="1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ts val="1426"/>
              </a:lnSpc>
              <a:buNone/>
            </a:pPr>
            <a:br>
              <a:rPr sz="2000" dirty="0"/>
            </a:br>
            <a:r>
              <a:rPr lang="en-US" sz="2000" b="0" u="none" strike="noStrike" dirty="0">
                <a:solidFill>
                  <a:srgbClr val="C586C0"/>
                </a:solidFill>
                <a:effectLst/>
                <a:uFillTx/>
                <a:latin typeface="Consolas"/>
              </a:rPr>
              <a:t>#include</a:t>
            </a:r>
            <a:r>
              <a:rPr lang="en-US" sz="2000" b="0" u="none" strike="noStrike" dirty="0">
                <a:solidFill>
                  <a:srgbClr val="569CD6"/>
                </a:solidFill>
                <a:effectLst/>
                <a:uFillTx/>
                <a:latin typeface="Consolas"/>
              </a:rPr>
              <a:t> </a:t>
            </a:r>
            <a:r>
              <a:rPr lang="en-US" sz="2000" b="0" u="none" strike="noStrike" dirty="0">
                <a:solidFill>
                  <a:srgbClr val="CE9178"/>
                </a:solidFill>
                <a:effectLst/>
                <a:uFillTx/>
                <a:latin typeface="Consolas"/>
              </a:rPr>
              <a:t>&lt;iostream&gt;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586C0"/>
                </a:solidFill>
                <a:effectLst/>
                <a:uFillTx/>
                <a:latin typeface="Consolas"/>
              </a:rPr>
              <a:t>using</a:t>
            </a: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namespace</a:t>
            </a:r>
            <a:r>
              <a:rPr lang="en-US" sz="2000" b="0" u="none" strike="noStrike" dirty="0">
                <a:solidFill>
                  <a:srgbClr val="CCCCCC"/>
                </a:solidFill>
                <a:effectLst/>
                <a:uFillTx/>
                <a:latin typeface="Consolas"/>
              </a:rPr>
              <a:t> </a:t>
            </a:r>
            <a:r>
              <a:rPr lang="en-US" sz="2000" b="0" u="none" strike="noStrike" dirty="0">
                <a:solidFill>
                  <a:srgbClr val="4EC9B0"/>
                </a:solidFill>
                <a:effectLst/>
                <a:uFillTx/>
                <a:latin typeface="Consolas"/>
              </a:rPr>
              <a:t>std</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6A9955"/>
                </a:solidFill>
                <a:effectLst/>
                <a:uFillTx/>
                <a:latin typeface="Consolas"/>
              </a:rPr>
              <a:t>// Function prototype</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569CD6"/>
                </a:solidFill>
                <a:effectLst/>
                <a:uFillTx/>
                <a:latin typeface="Consolas"/>
              </a:rPr>
              <a:t>bool</a:t>
            </a:r>
            <a:r>
              <a:rPr lang="en-US" sz="2000" b="0" u="none" strike="noStrike" dirty="0">
                <a:solidFill>
                  <a:srgbClr val="CCCCCC"/>
                </a:solidFill>
                <a:effectLst/>
                <a:uFillTx/>
                <a:latin typeface="Consolas"/>
              </a:rPr>
              <a:t> </a:t>
            </a:r>
            <a:r>
              <a:rPr lang="en-US" sz="2000" b="0" u="none" strike="noStrike" dirty="0" err="1">
                <a:solidFill>
                  <a:srgbClr val="DCDCAA"/>
                </a:solidFill>
                <a:effectLst/>
                <a:uFillTx/>
                <a:latin typeface="Consolas"/>
              </a:rPr>
              <a:t>isPrime</a:t>
            </a:r>
            <a:r>
              <a:rPr lang="en-US" sz="2000" b="0" u="none" strike="noStrike" dirty="0">
                <a:solidFill>
                  <a:srgbClr val="CCCCCC"/>
                </a:solidFill>
                <a:effectLst/>
                <a:uFillTx/>
                <a:latin typeface="Consolas"/>
              </a:rPr>
              <a:t>(</a:t>
            </a: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n</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main</a:t>
            </a: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num</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6A9955"/>
                </a:solidFill>
                <a:effectLst/>
                <a:uFillTx/>
                <a:latin typeface="Consolas"/>
              </a:rPr>
              <a:t>    // Asking the user for input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cout</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"Enter an integer: "</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cin</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&gt;&gt;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num</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6A9955"/>
                </a:solidFill>
                <a:effectLst/>
                <a:uFillTx/>
                <a:latin typeface="Consolas"/>
              </a:rPr>
              <a:t>    // Calling the function and displaying the result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if</a:t>
            </a:r>
            <a:r>
              <a:rPr lang="en-US" sz="2000" b="0" u="none" strike="noStrike" dirty="0">
                <a:solidFill>
                  <a:srgbClr val="CCCCCC"/>
                </a:solidFill>
                <a:effectLst/>
                <a:uFillTx/>
                <a:latin typeface="Consolas"/>
              </a:rPr>
              <a:t> (</a:t>
            </a:r>
            <a:r>
              <a:rPr lang="en-US" sz="2000" b="0" u="none" strike="noStrike" dirty="0" err="1">
                <a:solidFill>
                  <a:srgbClr val="DCDCAA"/>
                </a:solidFill>
                <a:effectLst/>
                <a:uFillTx/>
                <a:latin typeface="Consolas"/>
              </a:rPr>
              <a:t>isPrime</a:t>
            </a:r>
            <a:r>
              <a:rPr lang="en-US" sz="2000" b="0" u="none" strike="noStrike" dirty="0">
                <a:solidFill>
                  <a:srgbClr val="CCCCCC"/>
                </a:solidFill>
                <a:effectLst/>
                <a:uFillTx/>
                <a:latin typeface="Consolas"/>
              </a:rPr>
              <a:t>(</a:t>
            </a:r>
            <a:r>
              <a:rPr lang="en-US" sz="2000" b="0" u="none" strike="noStrike" dirty="0">
                <a:solidFill>
                  <a:srgbClr val="9CDCFE"/>
                </a:solidFill>
                <a:effectLst/>
                <a:uFillTx/>
                <a:latin typeface="Consolas"/>
              </a:rPr>
              <a:t>num</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cout</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"true"</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err="1">
                <a:solidFill>
                  <a:srgbClr val="DCDCAA"/>
                </a:solidFill>
                <a:effectLst/>
                <a:uFillTx/>
                <a:latin typeface="Consolas"/>
              </a:rPr>
              <a:t>endl</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else</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cout</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"false"</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err="1">
                <a:solidFill>
                  <a:srgbClr val="DCDCAA"/>
                </a:solidFill>
                <a:effectLst/>
                <a:uFillTx/>
                <a:latin typeface="Consolas"/>
              </a:rPr>
              <a:t>endl</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return</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0</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6A9955"/>
                </a:solidFill>
                <a:effectLst/>
                <a:uFillTx/>
                <a:latin typeface="Consolas"/>
              </a:rPr>
              <a:t>// Function definition</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569CD6"/>
                </a:solidFill>
                <a:effectLst/>
                <a:uFillTx/>
                <a:latin typeface="Consolas"/>
              </a:rPr>
              <a:t>bool</a:t>
            </a:r>
            <a:r>
              <a:rPr lang="en-US" sz="2000" b="0" u="none" strike="noStrike" dirty="0">
                <a:solidFill>
                  <a:srgbClr val="CCCCCC"/>
                </a:solidFill>
                <a:effectLst/>
                <a:uFillTx/>
                <a:latin typeface="Consolas"/>
              </a:rPr>
              <a:t> </a:t>
            </a:r>
            <a:r>
              <a:rPr lang="en-US" sz="2000" b="0" u="none" strike="noStrike" dirty="0" err="1">
                <a:solidFill>
                  <a:srgbClr val="DCDCAA"/>
                </a:solidFill>
                <a:effectLst/>
                <a:uFillTx/>
                <a:latin typeface="Consolas"/>
              </a:rPr>
              <a:t>isPrime</a:t>
            </a:r>
            <a:r>
              <a:rPr lang="en-US" sz="2000" b="0" u="none" strike="noStrike" dirty="0">
                <a:solidFill>
                  <a:srgbClr val="CCCCCC"/>
                </a:solidFill>
                <a:effectLst/>
                <a:uFillTx/>
                <a:latin typeface="Consolas"/>
              </a:rPr>
              <a:t>(</a:t>
            </a: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n</a:t>
            </a: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if</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n</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&lt;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2</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return</a:t>
            </a: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false</a:t>
            </a:r>
            <a:r>
              <a:rPr lang="en-US" sz="2000" b="0" u="none" strike="noStrike" dirty="0">
                <a:solidFill>
                  <a:srgbClr val="CCCCCC"/>
                </a:solidFill>
                <a:effectLst/>
                <a:uFillTx/>
                <a:latin typeface="Consolas"/>
              </a:rPr>
              <a:t>;</a:t>
            </a:r>
            <a:r>
              <a:rPr lang="en-US" sz="2000" b="0" u="none" strike="noStrike" dirty="0">
                <a:solidFill>
                  <a:srgbClr val="6A9955"/>
                </a:solidFill>
                <a:effectLst/>
                <a:uFillTx/>
                <a:latin typeface="Consolas"/>
              </a:rPr>
              <a:t> // Numbers less than 2 are not prime</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for</a:t>
            </a: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i</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2</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i</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&lt;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n</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i</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if</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n</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i</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0</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return</a:t>
            </a: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false</a:t>
            </a:r>
            <a:r>
              <a:rPr lang="en-US" sz="2000" b="0" u="none" strike="noStrike" dirty="0">
                <a:solidFill>
                  <a:srgbClr val="CCCCCC"/>
                </a:solidFill>
                <a:effectLst/>
                <a:uFillTx/>
                <a:latin typeface="Consolas"/>
              </a:rPr>
              <a:t>;</a:t>
            </a:r>
            <a:r>
              <a:rPr lang="en-US" sz="2000" b="0" u="none" strike="noStrike" dirty="0">
                <a:solidFill>
                  <a:srgbClr val="6A9955"/>
                </a:solidFill>
                <a:effectLst/>
                <a:uFillTx/>
                <a:latin typeface="Consolas"/>
              </a:rPr>
              <a:t> // If n is divisible by any number other than 1 and itself, it's not prime</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return</a:t>
            </a: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true</a:t>
            </a:r>
            <a:r>
              <a:rPr lang="en-US" sz="2000" b="0" u="none" strike="noStrike" dirty="0">
                <a:solidFill>
                  <a:srgbClr val="CCCCCC"/>
                </a:solidFill>
                <a:effectLst/>
                <a:uFillTx/>
                <a:latin typeface="Consolas"/>
              </a:rPr>
              <a:t>;</a:t>
            </a:r>
            <a:r>
              <a:rPr lang="en-US" sz="2000" b="0" u="none" strike="noStrike" dirty="0">
                <a:solidFill>
                  <a:srgbClr val="6A9955"/>
                </a:solidFill>
                <a:effectLst/>
                <a:uFillTx/>
                <a:latin typeface="Consolas"/>
              </a:rPr>
              <a:t> // If no divisors found, n is prime</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ct val="100000"/>
              </a:lnSpc>
              <a:buNone/>
            </a:pPr>
            <a:endParaRPr lang="en-US" sz="2000" b="0" u="none" strike="noStrike" dirty="0">
              <a:solidFill>
                <a:srgbClr val="000000"/>
              </a:solidFill>
              <a:effectLst/>
              <a:uFillTx/>
              <a:latin typeface="Arial"/>
            </a:endParaRPr>
          </a:p>
        </p:txBody>
      </p:sp>
      <p:sp>
        <p:nvSpPr>
          <p:cNvPr id="129"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08678D-7435-46F0-9546-DFD2DF3469C3}" type="slidenum">
              <a:rPr lang="en-US" sz="1200" b="0" u="none" strike="noStrike">
                <a:solidFill>
                  <a:srgbClr val="000000"/>
                </a:solidFill>
                <a:effectLst/>
                <a:uFillTx/>
                <a:latin typeface="Times New Roman"/>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noRot="1" noChangeAspect="1"/>
          </p:cNvSpPr>
          <p:nvPr>
            <p:ph type="sldImg"/>
          </p:nvPr>
        </p:nvSpPr>
        <p:spPr>
          <a:xfrm>
            <a:off x="685800" y="1143000"/>
            <a:ext cx="5486400" cy="3086100"/>
          </a:xfrm>
          <a:prstGeom prst="rect">
            <a:avLst/>
          </a:prstGeom>
          <a:ln w="0">
            <a:noFill/>
          </a:ln>
        </p:spPr>
      </p:sp>
      <p:sp>
        <p:nvSpPr>
          <p:cNvPr id="1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mn-lt"/>
              </a:rPr>
              <a:t>#include&lt;iostream&gt;</a:t>
            </a:r>
          </a:p>
          <a:p>
            <a:pPr indent="0">
              <a:lnSpc>
                <a:spcPct val="100000"/>
              </a:lnSpc>
              <a:buNone/>
            </a:pPr>
            <a:r>
              <a:rPr lang="en-US" sz="2000" b="0" u="none" strike="noStrike" dirty="0">
                <a:solidFill>
                  <a:srgbClr val="000000"/>
                </a:solidFill>
                <a:effectLst/>
                <a:uFillTx/>
                <a:latin typeface="+mn-lt"/>
              </a:rPr>
              <a:t>using namespace std;</a:t>
            </a:r>
          </a:p>
          <a:p>
            <a:pPr indent="0">
              <a:lnSpc>
                <a:spcPct val="100000"/>
              </a:lnSpc>
              <a:buNone/>
            </a:pPr>
            <a:endParaRPr lang="en-US" sz="2000" b="0" u="none" strike="noStrike" dirty="0">
              <a:solidFill>
                <a:srgbClr val="000000"/>
              </a:solidFill>
              <a:effectLst/>
              <a:uFillTx/>
              <a:latin typeface="+mn-lt"/>
            </a:endParaRPr>
          </a:p>
          <a:p>
            <a:pPr indent="0">
              <a:lnSpc>
                <a:spcPct val="100000"/>
              </a:lnSpc>
              <a:buNone/>
            </a:pPr>
            <a:r>
              <a:rPr lang="en-US" sz="2000" b="0" u="none" strike="noStrike" dirty="0">
                <a:solidFill>
                  <a:srgbClr val="000000"/>
                </a:solidFill>
                <a:effectLst/>
                <a:uFillTx/>
                <a:latin typeface="+mn-lt"/>
              </a:rPr>
              <a:t>int </a:t>
            </a:r>
            <a:r>
              <a:rPr lang="en-US" sz="2000" b="0" u="none" strike="noStrike" dirty="0" err="1">
                <a:solidFill>
                  <a:srgbClr val="000000"/>
                </a:solidFill>
                <a:effectLst/>
                <a:uFillTx/>
                <a:latin typeface="+mn-lt"/>
              </a:rPr>
              <a:t>totalDigits</a:t>
            </a:r>
            <a:r>
              <a:rPr lang="en-US" sz="2000" b="0" u="none" strike="noStrike" dirty="0">
                <a:solidFill>
                  <a:srgbClr val="000000"/>
                </a:solidFill>
                <a:effectLst/>
                <a:uFillTx/>
                <a:latin typeface="+mn-lt"/>
              </a:rPr>
              <a:t>(int num) {</a:t>
            </a:r>
          </a:p>
          <a:p>
            <a:pPr indent="0">
              <a:lnSpc>
                <a:spcPct val="100000"/>
              </a:lnSpc>
              <a:buNone/>
            </a:pPr>
            <a:r>
              <a:rPr lang="en-US" sz="2000" b="0" u="none" strike="noStrike" dirty="0">
                <a:solidFill>
                  <a:srgbClr val="000000"/>
                </a:solidFill>
                <a:effectLst/>
                <a:uFillTx/>
                <a:latin typeface="+mn-lt"/>
              </a:rPr>
              <a:t>    // Handle negative numbers</a:t>
            </a:r>
          </a:p>
          <a:p>
            <a:pPr indent="0">
              <a:lnSpc>
                <a:spcPct val="100000"/>
              </a:lnSpc>
              <a:buNone/>
            </a:pPr>
            <a:r>
              <a:rPr lang="en-US" sz="2000" b="0" u="none" strike="noStrike" dirty="0">
                <a:solidFill>
                  <a:srgbClr val="000000"/>
                </a:solidFill>
                <a:effectLst/>
                <a:uFillTx/>
                <a:latin typeface="+mn-lt"/>
              </a:rPr>
              <a:t>    if (num &lt; 0) {</a:t>
            </a:r>
          </a:p>
          <a:p>
            <a:pPr indent="0">
              <a:lnSpc>
                <a:spcPct val="100000"/>
              </a:lnSpc>
              <a:buNone/>
            </a:pPr>
            <a:r>
              <a:rPr lang="en-US" sz="2000" b="0" u="none" strike="noStrike" dirty="0">
                <a:solidFill>
                  <a:srgbClr val="000000"/>
                </a:solidFill>
                <a:effectLst/>
                <a:uFillTx/>
                <a:latin typeface="+mn-lt"/>
              </a:rPr>
              <a:t>        num = -num;  // Make it positive</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 Handle 0 separately</a:t>
            </a:r>
          </a:p>
          <a:p>
            <a:pPr indent="0">
              <a:lnSpc>
                <a:spcPct val="100000"/>
              </a:lnSpc>
              <a:buNone/>
            </a:pPr>
            <a:r>
              <a:rPr lang="en-US" sz="2000" b="0" u="none" strike="noStrike" dirty="0">
                <a:solidFill>
                  <a:srgbClr val="000000"/>
                </a:solidFill>
                <a:effectLst/>
                <a:uFillTx/>
                <a:latin typeface="+mn-lt"/>
              </a:rPr>
              <a:t>    if (num == 0) {</a:t>
            </a:r>
          </a:p>
          <a:p>
            <a:pPr indent="0">
              <a:lnSpc>
                <a:spcPct val="100000"/>
              </a:lnSpc>
              <a:buNone/>
            </a:pPr>
            <a:r>
              <a:rPr lang="en-US" sz="2000" b="0" u="none" strike="noStrike" dirty="0">
                <a:solidFill>
                  <a:srgbClr val="000000"/>
                </a:solidFill>
                <a:effectLst/>
                <a:uFillTx/>
                <a:latin typeface="+mn-lt"/>
              </a:rPr>
              <a:t>        return 1;</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int count = 0;</a:t>
            </a:r>
          </a:p>
          <a:p>
            <a:pPr indent="0">
              <a:lnSpc>
                <a:spcPct val="100000"/>
              </a:lnSpc>
              <a:buNone/>
            </a:pPr>
            <a:r>
              <a:rPr lang="en-US" sz="2000" b="0" u="none" strike="noStrike" dirty="0">
                <a:solidFill>
                  <a:srgbClr val="000000"/>
                </a:solidFill>
                <a:effectLst/>
                <a:uFillTx/>
                <a:latin typeface="+mn-lt"/>
              </a:rPr>
              <a:t>    while (num &gt; 0) {</a:t>
            </a:r>
          </a:p>
          <a:p>
            <a:pPr indent="0">
              <a:lnSpc>
                <a:spcPct val="100000"/>
              </a:lnSpc>
              <a:buNone/>
            </a:pPr>
            <a:r>
              <a:rPr lang="en-US" sz="2000" b="0" u="none" strike="noStrike" dirty="0">
                <a:solidFill>
                  <a:srgbClr val="000000"/>
                </a:solidFill>
                <a:effectLst/>
                <a:uFillTx/>
                <a:latin typeface="+mn-lt"/>
              </a:rPr>
              <a:t>        num = num / 10;  // Remove last digit</a:t>
            </a:r>
          </a:p>
          <a:p>
            <a:pPr indent="0">
              <a:lnSpc>
                <a:spcPct val="100000"/>
              </a:lnSpc>
              <a:buNone/>
            </a:pPr>
            <a:r>
              <a:rPr lang="en-US" sz="2000" b="0" u="none" strike="noStrike" dirty="0">
                <a:solidFill>
                  <a:srgbClr val="000000"/>
                </a:solidFill>
                <a:effectLst/>
                <a:uFillTx/>
                <a:latin typeface="+mn-lt"/>
              </a:rPr>
              <a:t>        count++;         // Increment counter</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return count;</a:t>
            </a:r>
          </a:p>
          <a:p>
            <a:pPr indent="0">
              <a:lnSpc>
                <a:spcPct val="100000"/>
              </a:lnSpc>
              <a:buNone/>
            </a:pPr>
            <a:r>
              <a:rPr lang="en-US" sz="2000" b="0" u="none" strike="noStrike" dirty="0">
                <a:solidFill>
                  <a:srgbClr val="000000"/>
                </a:solidFill>
                <a:effectLst/>
                <a:uFillTx/>
                <a:latin typeface="+mn-lt"/>
              </a:rPr>
              <a:t>}</a:t>
            </a:r>
          </a:p>
          <a:p>
            <a:pPr indent="0">
              <a:lnSpc>
                <a:spcPct val="100000"/>
              </a:lnSpc>
              <a:buNone/>
            </a:pPr>
            <a:endParaRPr lang="en-US" sz="2000" b="0" u="none" strike="noStrike" dirty="0">
              <a:solidFill>
                <a:srgbClr val="000000"/>
              </a:solidFill>
              <a:effectLst/>
              <a:uFillTx/>
              <a:latin typeface="+mn-lt"/>
            </a:endParaRPr>
          </a:p>
          <a:p>
            <a:pPr indent="0">
              <a:lnSpc>
                <a:spcPct val="100000"/>
              </a:lnSpc>
              <a:buNone/>
            </a:pPr>
            <a:r>
              <a:rPr lang="en-US" sz="2000" b="0" u="none" strike="noStrike" dirty="0">
                <a:solidFill>
                  <a:srgbClr val="000000"/>
                </a:solidFill>
                <a:effectLst/>
                <a:uFillTx/>
                <a:latin typeface="+mn-lt"/>
              </a:rPr>
              <a:t>int main() {</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a:t>
            </a:r>
            <a:r>
              <a:rPr lang="en-US" sz="2000" b="0" u="none" strike="noStrike" dirty="0" err="1">
                <a:solidFill>
                  <a:srgbClr val="000000"/>
                </a:solidFill>
                <a:effectLst/>
                <a:uFillTx/>
                <a:latin typeface="+mn-lt"/>
              </a:rPr>
              <a:t>cout</a:t>
            </a:r>
            <a:r>
              <a:rPr lang="en-US" sz="2000" b="0" u="none" strike="noStrike" dirty="0">
                <a:solidFill>
                  <a:srgbClr val="000000"/>
                </a:solidFill>
                <a:effectLst/>
                <a:uFillTx/>
                <a:latin typeface="+mn-lt"/>
              </a:rPr>
              <a:t> &lt;&lt; "Number 12345 has " &lt;&lt; </a:t>
            </a:r>
            <a:r>
              <a:rPr lang="en-US" sz="2000" b="0" u="none" strike="noStrike" dirty="0" err="1">
                <a:solidFill>
                  <a:srgbClr val="000000"/>
                </a:solidFill>
                <a:effectLst/>
                <a:uFillTx/>
                <a:latin typeface="+mn-lt"/>
              </a:rPr>
              <a:t>totalDigits</a:t>
            </a:r>
            <a:r>
              <a:rPr lang="en-US" sz="2000" b="0" u="none" strike="noStrike" dirty="0">
                <a:solidFill>
                  <a:srgbClr val="000000"/>
                </a:solidFill>
                <a:effectLst/>
                <a:uFillTx/>
                <a:latin typeface="+mn-lt"/>
              </a:rPr>
              <a:t>(12345) &lt;&lt; " digits" &lt;&lt; </a:t>
            </a:r>
            <a:r>
              <a:rPr lang="en-US" sz="2000" b="0" u="none" strike="noStrike" dirty="0" err="1">
                <a:solidFill>
                  <a:srgbClr val="000000"/>
                </a:solidFill>
                <a:effectLst/>
                <a:uFillTx/>
                <a:latin typeface="+mn-lt"/>
              </a:rPr>
              <a:t>endl</a:t>
            </a:r>
            <a:r>
              <a:rPr lang="en-US" sz="2000" b="0" u="none" strike="noStrike" dirty="0">
                <a:solidFill>
                  <a:srgbClr val="000000"/>
                </a:solidFill>
                <a:effectLst/>
                <a:uFillTx/>
                <a:latin typeface="+mn-lt"/>
              </a:rPr>
              <a:t>;</a:t>
            </a:r>
          </a:p>
          <a:p>
            <a:pPr indent="0">
              <a:lnSpc>
                <a:spcPct val="100000"/>
              </a:lnSpc>
              <a:buNone/>
            </a:pPr>
            <a:r>
              <a:rPr lang="en-US" sz="2000" b="0" u="none" strike="noStrike" dirty="0">
                <a:solidFill>
                  <a:srgbClr val="000000"/>
                </a:solidFill>
                <a:effectLst/>
                <a:uFillTx/>
                <a:latin typeface="+mn-lt"/>
              </a:rPr>
              <a:t>    </a:t>
            </a:r>
            <a:r>
              <a:rPr lang="en-US" sz="2000" b="0" u="none" strike="noStrike" dirty="0" err="1">
                <a:solidFill>
                  <a:srgbClr val="000000"/>
                </a:solidFill>
                <a:effectLst/>
                <a:uFillTx/>
                <a:latin typeface="+mn-lt"/>
              </a:rPr>
              <a:t>cout</a:t>
            </a:r>
            <a:r>
              <a:rPr lang="en-US" sz="2000" b="0" u="none" strike="noStrike" dirty="0">
                <a:solidFill>
                  <a:srgbClr val="000000"/>
                </a:solidFill>
                <a:effectLst/>
                <a:uFillTx/>
                <a:latin typeface="+mn-lt"/>
              </a:rPr>
              <a:t> &lt;&lt; "Number -987 has " &lt;&lt; </a:t>
            </a:r>
            <a:r>
              <a:rPr lang="en-US" sz="2000" b="0" u="none" strike="noStrike" dirty="0" err="1">
                <a:solidFill>
                  <a:srgbClr val="000000"/>
                </a:solidFill>
                <a:effectLst/>
                <a:uFillTx/>
                <a:latin typeface="+mn-lt"/>
              </a:rPr>
              <a:t>totalDigits</a:t>
            </a:r>
            <a:r>
              <a:rPr lang="en-US" sz="2000" b="0" u="none" strike="noStrike" dirty="0">
                <a:solidFill>
                  <a:srgbClr val="000000"/>
                </a:solidFill>
                <a:effectLst/>
                <a:uFillTx/>
                <a:latin typeface="+mn-lt"/>
              </a:rPr>
              <a:t>(-987) &lt;&lt; " digits" &lt;&lt; </a:t>
            </a:r>
            <a:r>
              <a:rPr lang="en-US" sz="2000" b="0" u="none" strike="noStrike" dirty="0" err="1">
                <a:solidFill>
                  <a:srgbClr val="000000"/>
                </a:solidFill>
                <a:effectLst/>
                <a:uFillTx/>
                <a:latin typeface="+mn-lt"/>
              </a:rPr>
              <a:t>endl</a:t>
            </a:r>
            <a:r>
              <a:rPr lang="en-US" sz="2000" b="0" u="none" strike="noStrike" dirty="0">
                <a:solidFill>
                  <a:srgbClr val="000000"/>
                </a:solidFill>
                <a:effectLst/>
                <a:uFillTx/>
                <a:latin typeface="+mn-lt"/>
              </a:rPr>
              <a:t>;</a:t>
            </a:r>
          </a:p>
          <a:p>
            <a:pPr indent="0">
              <a:lnSpc>
                <a:spcPct val="100000"/>
              </a:lnSpc>
              <a:buNone/>
            </a:pPr>
            <a:r>
              <a:rPr lang="en-US" sz="2000" b="0" u="none" strike="noStrike" dirty="0">
                <a:solidFill>
                  <a:srgbClr val="000000"/>
                </a:solidFill>
                <a:effectLst/>
                <a:uFillTx/>
                <a:latin typeface="+mn-lt"/>
              </a:rPr>
              <a:t>    </a:t>
            </a:r>
            <a:r>
              <a:rPr lang="en-US" sz="2000" b="0" u="none" strike="noStrike" dirty="0" err="1">
                <a:solidFill>
                  <a:srgbClr val="000000"/>
                </a:solidFill>
                <a:effectLst/>
                <a:uFillTx/>
                <a:latin typeface="+mn-lt"/>
              </a:rPr>
              <a:t>cout</a:t>
            </a:r>
            <a:r>
              <a:rPr lang="en-US" sz="2000" b="0" u="none" strike="noStrike" dirty="0">
                <a:solidFill>
                  <a:srgbClr val="000000"/>
                </a:solidFill>
                <a:effectLst/>
                <a:uFillTx/>
                <a:latin typeface="+mn-lt"/>
              </a:rPr>
              <a:t> &lt;&lt; "Number 0 has " &lt;&lt; </a:t>
            </a:r>
            <a:r>
              <a:rPr lang="en-US" sz="2000" b="0" u="none" strike="noStrike" dirty="0" err="1">
                <a:solidFill>
                  <a:srgbClr val="000000"/>
                </a:solidFill>
                <a:effectLst/>
                <a:uFillTx/>
                <a:latin typeface="+mn-lt"/>
              </a:rPr>
              <a:t>totalDigits</a:t>
            </a:r>
            <a:r>
              <a:rPr lang="en-US" sz="2000" b="0" u="none" strike="noStrike" dirty="0">
                <a:solidFill>
                  <a:srgbClr val="000000"/>
                </a:solidFill>
                <a:effectLst/>
                <a:uFillTx/>
                <a:latin typeface="+mn-lt"/>
              </a:rPr>
              <a:t>(0) &lt;&lt; " digits" &lt;&lt; </a:t>
            </a:r>
            <a:r>
              <a:rPr lang="en-US" sz="2000" b="0" u="none" strike="noStrike" dirty="0" err="1">
                <a:solidFill>
                  <a:srgbClr val="000000"/>
                </a:solidFill>
                <a:effectLst/>
                <a:uFillTx/>
                <a:latin typeface="+mn-lt"/>
              </a:rPr>
              <a:t>endl</a:t>
            </a:r>
            <a:r>
              <a:rPr lang="en-US" sz="2000" b="0" u="none" strike="noStrike" dirty="0">
                <a:solidFill>
                  <a:srgbClr val="000000"/>
                </a:solidFill>
                <a:effectLst/>
                <a:uFillTx/>
                <a:latin typeface="+mn-lt"/>
              </a:rPr>
              <a:t>;</a:t>
            </a:r>
          </a:p>
          <a:p>
            <a:pPr indent="0">
              <a:lnSpc>
                <a:spcPct val="100000"/>
              </a:lnSpc>
              <a:buNone/>
            </a:pPr>
            <a:r>
              <a:rPr lang="en-US" sz="2000" b="0" u="none" strike="noStrike" dirty="0">
                <a:solidFill>
                  <a:srgbClr val="000000"/>
                </a:solidFill>
                <a:effectLst/>
                <a:uFillTx/>
                <a:latin typeface="+mn-lt"/>
              </a:rPr>
              <a:t>    </a:t>
            </a:r>
            <a:r>
              <a:rPr lang="en-US" sz="2000" b="0" u="none" strike="noStrike" dirty="0" err="1">
                <a:solidFill>
                  <a:srgbClr val="000000"/>
                </a:solidFill>
                <a:effectLst/>
                <a:uFillTx/>
                <a:latin typeface="+mn-lt"/>
              </a:rPr>
              <a:t>cout</a:t>
            </a:r>
            <a:r>
              <a:rPr lang="en-US" sz="2000" b="0" u="none" strike="noStrike" dirty="0">
                <a:solidFill>
                  <a:srgbClr val="000000"/>
                </a:solidFill>
                <a:effectLst/>
                <a:uFillTx/>
                <a:latin typeface="+mn-lt"/>
              </a:rPr>
              <a:t> &lt;&lt; "Number 7 has " &lt;&lt; </a:t>
            </a:r>
            <a:r>
              <a:rPr lang="en-US" sz="2000" b="0" u="none" strike="noStrike" dirty="0" err="1">
                <a:solidFill>
                  <a:srgbClr val="000000"/>
                </a:solidFill>
                <a:effectLst/>
                <a:uFillTx/>
                <a:latin typeface="+mn-lt"/>
              </a:rPr>
              <a:t>totalDigits</a:t>
            </a:r>
            <a:r>
              <a:rPr lang="en-US" sz="2000" b="0" u="none" strike="noStrike" dirty="0">
                <a:solidFill>
                  <a:srgbClr val="000000"/>
                </a:solidFill>
                <a:effectLst/>
                <a:uFillTx/>
                <a:latin typeface="+mn-lt"/>
              </a:rPr>
              <a:t>(7) &lt;&lt; " digits" &lt;&lt; </a:t>
            </a:r>
            <a:r>
              <a:rPr lang="en-US" sz="2000" b="0" u="none" strike="noStrike" dirty="0" err="1">
                <a:solidFill>
                  <a:srgbClr val="000000"/>
                </a:solidFill>
                <a:effectLst/>
                <a:uFillTx/>
                <a:latin typeface="+mn-lt"/>
              </a:rPr>
              <a:t>endl</a:t>
            </a:r>
            <a:r>
              <a:rPr lang="en-US" sz="2000" b="0" u="none" strike="noStrike" dirty="0">
                <a:solidFill>
                  <a:srgbClr val="000000"/>
                </a:solidFill>
                <a:effectLst/>
                <a:uFillTx/>
                <a:latin typeface="+mn-lt"/>
              </a:rPr>
              <a:t>;</a:t>
            </a:r>
          </a:p>
          <a:p>
            <a:pPr indent="0">
              <a:lnSpc>
                <a:spcPct val="100000"/>
              </a:lnSpc>
              <a:buNone/>
            </a:pPr>
            <a:r>
              <a:rPr lang="en-US" sz="2000" b="0" u="none" strike="noStrike" dirty="0">
                <a:solidFill>
                  <a:srgbClr val="000000"/>
                </a:solidFill>
                <a:effectLst/>
                <a:uFillTx/>
                <a:latin typeface="+mn-lt"/>
              </a:rPr>
              <a:t>    </a:t>
            </a:r>
          </a:p>
          <a:p>
            <a:pPr indent="0">
              <a:lnSpc>
                <a:spcPct val="100000"/>
              </a:lnSpc>
              <a:buNone/>
            </a:pPr>
            <a:r>
              <a:rPr lang="en-US" sz="2000" b="0" u="none" strike="noStrike" dirty="0">
                <a:solidFill>
                  <a:srgbClr val="000000"/>
                </a:solidFill>
                <a:effectLst/>
                <a:uFillTx/>
                <a:latin typeface="+mn-lt"/>
              </a:rPr>
              <a:t>    return 0;</a:t>
            </a:r>
          </a:p>
          <a:p>
            <a:pPr indent="0">
              <a:lnSpc>
                <a:spcPct val="100000"/>
              </a:lnSpc>
              <a:buNone/>
            </a:pPr>
            <a:r>
              <a:rPr lang="en-US" sz="2000" b="0" u="none" strike="noStrike" dirty="0">
                <a:solidFill>
                  <a:srgbClr val="000000"/>
                </a:solidFill>
                <a:effectLst/>
                <a:uFillTx/>
                <a:latin typeface="+mn-lt"/>
              </a:rPr>
              <a:t>}</a:t>
            </a:r>
            <a:endParaRPr lang="en-US" sz="2000" b="0" u="none" strike="noStrike" dirty="0">
              <a:solidFill>
                <a:srgbClr val="000000"/>
              </a:solidFill>
              <a:effectLst/>
              <a:uFillTx/>
              <a:latin typeface="Arial"/>
            </a:endParaRPr>
          </a:p>
        </p:txBody>
      </p:sp>
      <p:sp>
        <p:nvSpPr>
          <p:cNvPr id="132"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E5BBB24-1592-49FF-8596-5DE35D410AA9}" type="slidenum">
              <a:rPr lang="en-US" sz="1200" b="0" u="none" strike="noStrike">
                <a:solidFill>
                  <a:srgbClr val="000000"/>
                </a:solidFill>
                <a:effectLst/>
                <a:uFillTx/>
                <a:latin typeface="Times New Roman"/>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noRot="1" noChangeAspect="1"/>
          </p:cNvSpPr>
          <p:nvPr>
            <p:ph type="sldImg"/>
          </p:nvPr>
        </p:nvSpPr>
        <p:spPr>
          <a:xfrm>
            <a:off x="685800" y="1143000"/>
            <a:ext cx="5486400" cy="3086100"/>
          </a:xfrm>
          <a:prstGeom prst="rect">
            <a:avLst/>
          </a:prstGeom>
          <a:ln w="0">
            <a:noFill/>
          </a:ln>
        </p:spPr>
      </p:sp>
      <p:sp>
        <p:nvSpPr>
          <p:cNvPr id="1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ts val="1426"/>
              </a:lnSpc>
              <a:buNone/>
            </a:pPr>
            <a:br>
              <a:rPr sz="2000" dirty="0"/>
            </a:br>
            <a:r>
              <a:rPr lang="en-US" sz="2000" b="0" u="none" strike="noStrike" dirty="0">
                <a:solidFill>
                  <a:srgbClr val="CCCCCC"/>
                </a:solidFill>
                <a:effectLst/>
                <a:uFillTx/>
                <a:latin typeface="Consolas"/>
              </a:rPr>
              <a:t>#include &lt;iostream&gt;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#include &lt;</a:t>
            </a:r>
            <a:r>
              <a:rPr lang="en-US" sz="2000" b="0" u="none" strike="noStrike" dirty="0" err="1">
                <a:solidFill>
                  <a:srgbClr val="CCCCCC"/>
                </a:solidFill>
                <a:effectLst/>
                <a:uFillTx/>
                <a:latin typeface="Consolas"/>
              </a:rPr>
              <a:t>cmath</a:t>
            </a:r>
            <a:r>
              <a:rPr lang="en-US" sz="2000" b="0" u="none" strike="noStrike" dirty="0">
                <a:solidFill>
                  <a:srgbClr val="CCCCCC"/>
                </a:solidFill>
                <a:effectLst/>
                <a:uFillTx/>
                <a:latin typeface="Consolas"/>
              </a:rPr>
              <a:t>&gt;   // For pow function</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#include &lt;</a:t>
            </a:r>
            <a:r>
              <a:rPr lang="en-US" sz="2000" b="0" u="none" strike="noStrike" dirty="0" err="1">
                <a:solidFill>
                  <a:srgbClr val="CCCCCC"/>
                </a:solidFill>
                <a:effectLst/>
                <a:uFillTx/>
                <a:latin typeface="Consolas"/>
              </a:rPr>
              <a:t>cstdlib</a:t>
            </a:r>
            <a:r>
              <a:rPr lang="en-US" sz="2000" b="0" u="none" strike="noStrike" dirty="0">
                <a:solidFill>
                  <a:srgbClr val="CCCCCC"/>
                </a:solidFill>
                <a:effectLst/>
                <a:uFillTx/>
                <a:latin typeface="Consolas"/>
              </a:rPr>
              <a:t>&gt; // For exit function</a:t>
            </a:r>
            <a:endParaRPr lang="en-US" sz="2000" b="0" u="none" strike="noStrike" dirty="0">
              <a:solidFill>
                <a:srgbClr val="000000"/>
              </a:solidFill>
              <a:effectLst/>
              <a:uFillTx/>
              <a:latin typeface="Arial"/>
            </a:endParaRPr>
          </a:p>
          <a:p>
            <a:pPr indent="0">
              <a:lnSpc>
                <a:spcPts val="1426"/>
              </a:lnSpc>
              <a:buNone/>
            </a:pP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using namespace std;</a:t>
            </a:r>
            <a:endParaRPr lang="en-US" sz="2000" b="0" u="none" strike="noStrike" dirty="0">
              <a:solidFill>
                <a:srgbClr val="000000"/>
              </a:solidFill>
              <a:effectLst/>
              <a:uFillTx/>
              <a:latin typeface="Arial"/>
            </a:endParaRPr>
          </a:p>
          <a:p>
            <a:pPr indent="0">
              <a:lnSpc>
                <a:spcPts val="1426"/>
              </a:lnSpc>
              <a:buNone/>
            </a:pP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Function prototypes</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add(double a, double b);</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subtract(double a, double b);</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multiply(double a, double b);</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divide(double a, double b);</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power(double a, double b);</a:t>
            </a:r>
            <a:endParaRPr lang="en-US" sz="2000" b="0" u="none" strike="noStrike" dirty="0">
              <a:solidFill>
                <a:srgbClr val="000000"/>
              </a:solidFill>
              <a:effectLst/>
              <a:uFillTx/>
              <a:latin typeface="Arial"/>
            </a:endParaRPr>
          </a:p>
          <a:p>
            <a:pPr indent="0">
              <a:lnSpc>
                <a:spcPts val="1426"/>
              </a:lnSpc>
              <a:buNone/>
            </a:pP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int main()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double num1, num2;</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char op;</a:t>
            </a:r>
            <a:endParaRPr lang="en-US" sz="2000" b="0" u="none" strike="noStrike" dirty="0">
              <a:solidFill>
                <a:srgbClr val="000000"/>
              </a:solidFill>
              <a:effectLst/>
              <a:uFillTx/>
              <a:latin typeface="Arial"/>
            </a:endParaRPr>
          </a:p>
          <a:p>
            <a:pPr indent="0">
              <a:lnSpc>
                <a:spcPts val="1426"/>
              </a:lnSpc>
              <a:buNone/>
            </a:pP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 Taking user input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CCCCCC"/>
                </a:solidFill>
                <a:effectLst/>
                <a:uFillTx/>
                <a:latin typeface="Consolas"/>
              </a:rPr>
              <a:t>cout</a:t>
            </a:r>
            <a:r>
              <a:rPr lang="en-US" sz="2000" b="0" u="none" strike="noStrike" dirty="0">
                <a:solidFill>
                  <a:srgbClr val="CCCCCC"/>
                </a:solidFill>
                <a:effectLst/>
                <a:uFillTx/>
                <a:latin typeface="Consolas"/>
              </a:rPr>
              <a:t> &lt;&lt; "Enter first number: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CCCCCC"/>
                </a:solidFill>
                <a:effectLst/>
                <a:uFillTx/>
                <a:latin typeface="Consolas"/>
              </a:rPr>
              <a:t>cin</a:t>
            </a:r>
            <a:r>
              <a:rPr lang="en-US" sz="2000" b="0" u="none" strike="noStrike" dirty="0">
                <a:solidFill>
                  <a:srgbClr val="CCCCCC"/>
                </a:solidFill>
                <a:effectLst/>
                <a:uFillTx/>
                <a:latin typeface="Consolas"/>
              </a:rPr>
              <a:t> &gt;&gt; num1;</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CCCCCC"/>
                </a:solidFill>
                <a:effectLst/>
                <a:uFillTx/>
                <a:latin typeface="Consolas"/>
              </a:rPr>
              <a:t>cout</a:t>
            </a:r>
            <a:r>
              <a:rPr lang="en-US" sz="2000" b="0" u="none" strike="noStrike" dirty="0">
                <a:solidFill>
                  <a:srgbClr val="CCCCCC"/>
                </a:solidFill>
                <a:effectLst/>
                <a:uFillTx/>
                <a:latin typeface="Consolas"/>
              </a:rPr>
              <a:t> &lt;&lt; "Enter an operator (+, -, *, /, ^):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CCCCCC"/>
                </a:solidFill>
                <a:effectLst/>
                <a:uFillTx/>
                <a:latin typeface="Consolas"/>
              </a:rPr>
              <a:t>cin</a:t>
            </a:r>
            <a:r>
              <a:rPr lang="en-US" sz="2000" b="0" u="none" strike="noStrike" dirty="0">
                <a:solidFill>
                  <a:srgbClr val="CCCCCC"/>
                </a:solidFill>
                <a:effectLst/>
                <a:uFillTx/>
                <a:latin typeface="Consolas"/>
              </a:rPr>
              <a:t> &gt;&gt; op;</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CCCCCC"/>
                </a:solidFill>
                <a:effectLst/>
                <a:uFillTx/>
                <a:latin typeface="Consolas"/>
              </a:rPr>
              <a:t>cout</a:t>
            </a:r>
            <a:r>
              <a:rPr lang="en-US" sz="2000" b="0" u="none" strike="noStrike" dirty="0">
                <a:solidFill>
                  <a:srgbClr val="CCCCCC"/>
                </a:solidFill>
                <a:effectLst/>
                <a:uFillTx/>
                <a:latin typeface="Consolas"/>
              </a:rPr>
              <a:t> &lt;&lt; "Enter second number: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CCCCCC"/>
                </a:solidFill>
                <a:effectLst/>
                <a:uFillTx/>
                <a:latin typeface="Consolas"/>
              </a:rPr>
              <a:t>cin</a:t>
            </a:r>
            <a:r>
              <a:rPr lang="en-US" sz="2000" b="0" u="none" strike="noStrike" dirty="0">
                <a:solidFill>
                  <a:srgbClr val="CCCCCC"/>
                </a:solidFill>
                <a:effectLst/>
                <a:uFillTx/>
                <a:latin typeface="Consolas"/>
              </a:rPr>
              <a:t> &gt;&gt; num2;</a:t>
            </a:r>
            <a:endParaRPr lang="en-US" sz="2000" b="0" u="none" strike="noStrike" dirty="0">
              <a:solidFill>
                <a:srgbClr val="000000"/>
              </a:solidFill>
              <a:effectLst/>
              <a:uFillTx/>
              <a:latin typeface="Arial"/>
            </a:endParaRPr>
          </a:p>
          <a:p>
            <a:pPr indent="0">
              <a:lnSpc>
                <a:spcPts val="1426"/>
              </a:lnSpc>
              <a:buNone/>
            </a:pP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 Performing calculation</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double result;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switch (op)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case '+': result = add(num1, num2); break;</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case '-': result = subtract(num1, num2); break;</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case '*': result = multiply(num1, num2); break;</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case '/':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if (num2 == 0)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CCCCCC"/>
                </a:solidFill>
                <a:effectLst/>
                <a:uFillTx/>
                <a:latin typeface="Consolas"/>
              </a:rPr>
              <a:t>cerr</a:t>
            </a:r>
            <a:r>
              <a:rPr lang="en-US" sz="2000" b="0" u="none" strike="noStrike" dirty="0">
                <a:solidFill>
                  <a:srgbClr val="CCCCCC"/>
                </a:solidFill>
                <a:effectLst/>
                <a:uFillTx/>
                <a:latin typeface="Consolas"/>
              </a:rPr>
              <a:t> &lt;&lt; "Error: Division by zero!\n";</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exit(1);</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result = divide(num1, num2);</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break;</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case '^': result = power(num1, num2); break;</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default: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CCCCCC"/>
                </a:solidFill>
                <a:effectLst/>
                <a:uFillTx/>
                <a:latin typeface="Consolas"/>
              </a:rPr>
              <a:t>cerr</a:t>
            </a:r>
            <a:r>
              <a:rPr lang="en-US" sz="2000" b="0" u="none" strike="noStrike" dirty="0">
                <a:solidFill>
                  <a:srgbClr val="CCCCCC"/>
                </a:solidFill>
                <a:effectLst/>
                <a:uFillTx/>
                <a:latin typeface="Consolas"/>
              </a:rPr>
              <a:t> &lt;&lt; "Error: Invalid operator!\n";</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exit(1);</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 Printing result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CCCCCC"/>
                </a:solidFill>
                <a:effectLst/>
                <a:uFillTx/>
                <a:latin typeface="Consolas"/>
              </a:rPr>
              <a:t>cout</a:t>
            </a:r>
            <a:r>
              <a:rPr lang="en-US" sz="2000" b="0" u="none" strike="noStrike" dirty="0">
                <a:solidFill>
                  <a:srgbClr val="CCCCCC"/>
                </a:solidFill>
                <a:effectLst/>
                <a:uFillTx/>
                <a:latin typeface="Consolas"/>
              </a:rPr>
              <a:t> &lt;&lt; "Result: " &lt;&lt; result &lt;&lt; </a:t>
            </a:r>
            <a:r>
              <a:rPr lang="en-US" sz="2000" b="0" u="none" strike="noStrike" dirty="0" err="1">
                <a:solidFill>
                  <a:srgbClr val="CCCCCC"/>
                </a:solidFill>
                <a:effectLst/>
                <a:uFillTx/>
                <a:latin typeface="Consolas"/>
              </a:rPr>
              <a:t>endl</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return 0;</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Function definitions</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add(double a, double b) { return a + b;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subtract(double a, double b) { return a - b;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multiply(double a, double b) { return a * b;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divide(double a, double b) { return a / b;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double power(double a, double b) { return pow(a, b); }</a:t>
            </a:r>
            <a:endParaRPr lang="en-US" sz="2000" b="0" u="none" strike="noStrike" dirty="0">
              <a:solidFill>
                <a:srgbClr val="000000"/>
              </a:solidFill>
              <a:effectLst/>
              <a:uFillTx/>
              <a:latin typeface="Arial"/>
            </a:endParaRPr>
          </a:p>
        </p:txBody>
      </p:sp>
      <p:sp>
        <p:nvSpPr>
          <p:cNvPr id="135"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F7B0E4F-DEAC-45F7-A68A-4959C99AFB03}" type="slidenum">
              <a:rPr lang="en-US" sz="1200" b="0" u="none" strike="noStrike">
                <a:solidFill>
                  <a:srgbClr val="000000"/>
                </a:solidFill>
                <a:effectLst/>
                <a:uFillTx/>
                <a:latin typeface="Times New Roman"/>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noRot="1" noChangeAspect="1"/>
          </p:cNvSpPr>
          <p:nvPr>
            <p:ph type="sldImg"/>
          </p:nvPr>
        </p:nvSpPr>
        <p:spPr>
          <a:xfrm>
            <a:off x="685800" y="1143000"/>
            <a:ext cx="5486400" cy="3086100"/>
          </a:xfrm>
          <a:prstGeom prst="rect">
            <a:avLst/>
          </a:prstGeom>
          <a:ln w="0">
            <a:noFill/>
          </a:ln>
        </p:spPr>
      </p:sp>
      <p:sp>
        <p:nvSpPr>
          <p:cNvPr id="1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#include &lt;iostream&gt; // Input/output stream library</a:t>
            </a:r>
          </a:p>
          <a:p>
            <a:pPr indent="0">
              <a:lnSpc>
                <a:spcPct val="100000"/>
              </a:lnSpc>
              <a:buNone/>
            </a:pPr>
            <a:r>
              <a:rPr lang="en-US" sz="2000" b="0" u="none" strike="noStrike" dirty="0">
                <a:solidFill>
                  <a:srgbClr val="000000"/>
                </a:solidFill>
                <a:effectLst/>
                <a:uFillTx/>
                <a:latin typeface="Arial"/>
              </a:rPr>
              <a:t>#include &lt;algorithm&gt; // Standard algorithm library for operations on sequences</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using namespace std; // Using the standard namespace</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Function to check if '</a:t>
            </a:r>
            <a:r>
              <a:rPr lang="en-US" sz="2000" b="0" u="none" strike="noStrike" dirty="0" err="1">
                <a:solidFill>
                  <a:srgbClr val="000000"/>
                </a:solidFill>
                <a:effectLst/>
                <a:uFillTx/>
                <a:latin typeface="Arial"/>
              </a:rPr>
              <a:t>subse</a:t>
            </a:r>
            <a:r>
              <a:rPr lang="en-US" sz="2000" b="0" u="none" strike="noStrike" dirty="0">
                <a:solidFill>
                  <a:srgbClr val="000000"/>
                </a:solidFill>
                <a:effectLst/>
                <a:uFillTx/>
                <a:latin typeface="Arial"/>
              </a:rPr>
              <a:t>' is a subsequence of 'word'</a:t>
            </a:r>
          </a:p>
          <a:p>
            <a:pPr indent="0">
              <a:lnSpc>
                <a:spcPct val="100000"/>
              </a:lnSpc>
              <a:buNone/>
            </a:pPr>
            <a:r>
              <a:rPr lang="en-US" sz="2000" b="0" u="none" strike="noStrike" dirty="0">
                <a:solidFill>
                  <a:srgbClr val="000000"/>
                </a:solidFill>
                <a:effectLst/>
                <a:uFillTx/>
                <a:latin typeface="Arial"/>
              </a:rPr>
              <a:t>bool </a:t>
            </a:r>
            <a:r>
              <a:rPr lang="en-US" sz="2000" b="0" u="none" strike="noStrike" dirty="0" err="1">
                <a:solidFill>
                  <a:srgbClr val="000000"/>
                </a:solidFill>
                <a:effectLst/>
                <a:uFillTx/>
                <a:latin typeface="Arial"/>
              </a:rPr>
              <a:t>is_Subsequence</a:t>
            </a:r>
            <a:r>
              <a:rPr lang="en-US" sz="2000" b="0" u="none" strike="noStrike" dirty="0">
                <a:solidFill>
                  <a:srgbClr val="000000"/>
                </a:solidFill>
                <a:effectLst/>
                <a:uFillTx/>
                <a:latin typeface="Arial"/>
              </a:rPr>
              <a:t>(string </a:t>
            </a:r>
            <a:r>
              <a:rPr lang="en-US" sz="2000" b="0" u="none" strike="noStrike" dirty="0" err="1">
                <a:solidFill>
                  <a:srgbClr val="000000"/>
                </a:solidFill>
                <a:effectLst/>
                <a:uFillTx/>
                <a:latin typeface="Arial"/>
              </a:rPr>
              <a:t>subse</a:t>
            </a:r>
            <a:r>
              <a:rPr lang="en-US" sz="2000" b="0" u="none" strike="noStrike" dirty="0">
                <a:solidFill>
                  <a:srgbClr val="000000"/>
                </a:solidFill>
                <a:effectLst/>
                <a:uFillTx/>
                <a:latin typeface="Arial"/>
              </a:rPr>
              <a:t>, string word) {</a:t>
            </a:r>
          </a:p>
          <a:p>
            <a:pPr indent="0">
              <a:lnSpc>
                <a:spcPct val="100000"/>
              </a:lnSpc>
              <a:buNone/>
            </a:pPr>
            <a:r>
              <a:rPr lang="en-US" sz="2000" b="0" u="none" strike="noStrike" dirty="0">
                <a:solidFill>
                  <a:srgbClr val="000000"/>
                </a:solidFill>
                <a:effectLst/>
                <a:uFillTx/>
                <a:latin typeface="Arial"/>
              </a:rPr>
              <a:t>    int j = 0; // Initialize index for 'word'</a:t>
            </a:r>
          </a:p>
          <a:p>
            <a:pPr indent="0">
              <a:lnSpc>
                <a:spcPct val="100000"/>
              </a:lnSpc>
              <a:buNone/>
            </a:pPr>
            <a:r>
              <a:rPr lang="en-US" sz="2000" b="0" u="none" strike="noStrike" dirty="0">
                <a:solidFill>
                  <a:srgbClr val="000000"/>
                </a:solidFill>
                <a:effectLst/>
                <a:uFillTx/>
                <a:latin typeface="Arial"/>
              </a:rPr>
              <a:t>    for (int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 0;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&lt; </a:t>
            </a:r>
            <a:r>
              <a:rPr lang="en-US" sz="2000" b="0" u="none" strike="noStrike" dirty="0" err="1">
                <a:solidFill>
                  <a:srgbClr val="000000"/>
                </a:solidFill>
                <a:effectLst/>
                <a:uFillTx/>
                <a:latin typeface="Arial"/>
              </a:rPr>
              <a:t>subse.size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 // Loop through characters of '</a:t>
            </a:r>
            <a:r>
              <a:rPr lang="en-US" sz="2000" b="0" u="none" strike="noStrike" dirty="0" err="1">
                <a:solidFill>
                  <a:srgbClr val="000000"/>
                </a:solidFill>
                <a:effectLst/>
                <a:uFillTx/>
                <a:latin typeface="Arial"/>
              </a:rPr>
              <a:t>subse</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if (word[j] == </a:t>
            </a:r>
            <a:r>
              <a:rPr lang="en-US" sz="2000" b="0" u="none" strike="noStrike" dirty="0" err="1">
                <a:solidFill>
                  <a:srgbClr val="000000"/>
                </a:solidFill>
                <a:effectLst/>
                <a:uFillTx/>
                <a:latin typeface="Arial"/>
              </a:rPr>
              <a:t>subse</a:t>
            </a:r>
            <a:r>
              <a:rPr lang="en-US" sz="2000" b="0" u="none" strike="noStrike" dirty="0">
                <a:solidFill>
                  <a:srgbClr val="000000"/>
                </a:solidFill>
                <a:effectLst/>
                <a:uFillTx/>
                <a:latin typeface="Arial"/>
              </a:rPr>
              <a:t>[</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 If characters match</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j++</a:t>
            </a:r>
            <a:r>
              <a:rPr lang="en-US" sz="2000" b="0" u="none" strike="noStrike" dirty="0">
                <a:solidFill>
                  <a:srgbClr val="000000"/>
                </a:solidFill>
                <a:effectLst/>
                <a:uFillTx/>
                <a:latin typeface="Arial"/>
              </a:rPr>
              <a:t>; // Move to the next character in 'word'</a:t>
            </a:r>
          </a:p>
          <a:p>
            <a:pPr indent="0">
              <a:lnSpc>
                <a:spcPct val="100000"/>
              </a:lnSpc>
              <a:buNone/>
            </a:pPr>
            <a:r>
              <a:rPr lang="en-US" sz="2000" b="0" u="none" strike="noStrike" dirty="0">
                <a:solidFill>
                  <a:srgbClr val="000000"/>
                </a:solidFill>
                <a:effectLst/>
                <a:uFillTx/>
                <a:latin typeface="Arial"/>
              </a:rPr>
              <a:t>    }</a:t>
            </a:r>
          </a:p>
          <a:p>
            <a:pPr indent="0">
              <a:lnSpc>
                <a:spcPct val="100000"/>
              </a:lnSpc>
              <a:buNone/>
            </a:pPr>
            <a:r>
              <a:rPr lang="en-US" sz="2000" b="0" u="none" strike="noStrike" dirty="0">
                <a:solidFill>
                  <a:srgbClr val="000000"/>
                </a:solidFill>
                <a:effectLst/>
                <a:uFillTx/>
                <a:latin typeface="Arial"/>
              </a:rPr>
              <a:t>    // Return true if all characters in '</a:t>
            </a:r>
            <a:r>
              <a:rPr lang="en-US" sz="2000" b="0" u="none" strike="noStrike" dirty="0" err="1">
                <a:solidFill>
                  <a:srgbClr val="000000"/>
                </a:solidFill>
                <a:effectLst/>
                <a:uFillTx/>
                <a:latin typeface="Arial"/>
              </a:rPr>
              <a:t>subse</a:t>
            </a:r>
            <a:r>
              <a:rPr lang="en-US" sz="2000" b="0" u="none" strike="noStrike" dirty="0">
                <a:solidFill>
                  <a:srgbClr val="000000"/>
                </a:solidFill>
                <a:effectLst/>
                <a:uFillTx/>
                <a:latin typeface="Arial"/>
              </a:rPr>
              <a:t>' found in 'word' in order, else return false</a:t>
            </a:r>
          </a:p>
          <a:p>
            <a:pPr indent="0">
              <a:lnSpc>
                <a:spcPct val="100000"/>
              </a:lnSpc>
              <a:buNone/>
            </a:pPr>
            <a:r>
              <a:rPr lang="en-US" sz="2000" b="0" u="none" strike="noStrike" dirty="0">
                <a:solidFill>
                  <a:srgbClr val="000000"/>
                </a:solidFill>
                <a:effectLst/>
                <a:uFillTx/>
                <a:latin typeface="Arial"/>
              </a:rPr>
              <a:t>    return (j == </a:t>
            </a:r>
            <a:r>
              <a:rPr lang="en-US" sz="2000" b="0" u="none" strike="noStrike" dirty="0" err="1">
                <a:solidFill>
                  <a:srgbClr val="000000"/>
                </a:solidFill>
                <a:effectLst/>
                <a:uFillTx/>
                <a:latin typeface="Arial"/>
              </a:rPr>
              <a:t>word.size</a:t>
            </a:r>
            <a:r>
              <a:rPr lang="en-US" sz="2000" b="0" u="none" strike="noStrike" dirty="0">
                <a:solidFill>
                  <a:srgbClr val="000000"/>
                </a:solidFill>
                <a:effectLst/>
                <a:uFillTx/>
                <a:latin typeface="Arial"/>
              </a:rPr>
              <a:t>()) ? true : false;</a:t>
            </a:r>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int main() {</a:t>
            </a:r>
          </a:p>
          <a:p>
            <a:pPr indent="0">
              <a:lnSpc>
                <a:spcPct val="100000"/>
              </a:lnSpc>
              <a:buNone/>
            </a:pPr>
            <a:r>
              <a:rPr lang="en-US" sz="2000" b="0" u="none" strike="noStrike" dirty="0">
                <a:solidFill>
                  <a:srgbClr val="000000"/>
                </a:solidFill>
                <a:effectLst/>
                <a:uFillTx/>
                <a:latin typeface="Arial"/>
              </a:rPr>
              <a:t>    // Test cases</a:t>
            </a:r>
          </a:p>
          <a:p>
            <a:pPr indent="0">
              <a:lnSpc>
                <a:spcPct val="100000"/>
              </a:lnSpc>
              <a:buNone/>
            </a:pPr>
            <a:r>
              <a:rPr lang="en-US" sz="2000" b="0" u="none" strike="noStrike" dirty="0">
                <a:solidFill>
                  <a:srgbClr val="000000"/>
                </a:solidFill>
                <a:effectLst/>
                <a:uFillTx/>
                <a:latin typeface="Arial"/>
              </a:rPr>
              <a:t>    string word1 = "apple";</a:t>
            </a:r>
          </a:p>
          <a:p>
            <a:pPr indent="0">
              <a:lnSpc>
                <a:spcPct val="100000"/>
              </a:lnSpc>
              <a:buNone/>
            </a:pPr>
            <a:r>
              <a:rPr lang="en-US" sz="2000" b="0" u="none" strike="noStrike" dirty="0">
                <a:solidFill>
                  <a:srgbClr val="000000"/>
                </a:solidFill>
                <a:effectLst/>
                <a:uFillTx/>
                <a:latin typeface="Arial"/>
              </a:rPr>
              <a:t>    string subse1 = "</a:t>
            </a:r>
            <a:r>
              <a:rPr lang="en-US" sz="2000" b="0" u="none" strike="noStrike" dirty="0" err="1">
                <a:solidFill>
                  <a:srgbClr val="000000"/>
                </a:solidFill>
                <a:effectLst/>
                <a:uFillTx/>
                <a:latin typeface="Arial"/>
              </a:rPr>
              <a:t>apl</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"word1: " &lt;&lt; word1;</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"\nsubse1: " &lt;&lt; subse1;</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a:t>
            </a:r>
            <a:r>
              <a:rPr lang="en-US" sz="2000" b="0" u="none" strike="noStrike" dirty="0" err="1">
                <a:solidFill>
                  <a:srgbClr val="000000"/>
                </a:solidFill>
                <a:effectLst/>
                <a:uFillTx/>
                <a:latin typeface="Arial"/>
              </a:rPr>
              <a:t>nIs</a:t>
            </a:r>
            <a:r>
              <a:rPr lang="en-US" sz="2000" b="0" u="none" strike="noStrike" dirty="0">
                <a:solidFill>
                  <a:srgbClr val="000000"/>
                </a:solidFill>
                <a:effectLst/>
                <a:uFillTx/>
                <a:latin typeface="Arial"/>
              </a:rPr>
              <a:t> subse1 the subsequence of word1? " &lt;&lt; </a:t>
            </a:r>
            <a:r>
              <a:rPr lang="en-US" sz="2000" b="0" u="none" strike="noStrike" dirty="0" err="1">
                <a:solidFill>
                  <a:srgbClr val="000000"/>
                </a:solidFill>
                <a:effectLst/>
                <a:uFillTx/>
                <a:latin typeface="Arial"/>
              </a:rPr>
              <a:t>is_Subsequence</a:t>
            </a:r>
            <a:r>
              <a:rPr lang="en-US" sz="2000" b="0" u="none" strike="noStrike" dirty="0">
                <a:solidFill>
                  <a:srgbClr val="000000"/>
                </a:solidFill>
                <a:effectLst/>
                <a:uFillTx/>
                <a:latin typeface="Arial"/>
              </a:rPr>
              <a:t>(word1, subse1);</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string word2 = "apple";</a:t>
            </a:r>
          </a:p>
          <a:p>
            <a:pPr indent="0">
              <a:lnSpc>
                <a:spcPct val="100000"/>
              </a:lnSpc>
              <a:buNone/>
            </a:pPr>
            <a:r>
              <a:rPr lang="en-US" sz="2000" b="0" u="none" strike="noStrike" dirty="0">
                <a:solidFill>
                  <a:srgbClr val="000000"/>
                </a:solidFill>
                <a:effectLst/>
                <a:uFillTx/>
                <a:latin typeface="Arial"/>
              </a:rPr>
              <a:t>    string subse2 = "</a:t>
            </a:r>
            <a:r>
              <a:rPr lang="en-US" sz="2000" b="0" u="none" strike="noStrike" dirty="0" err="1">
                <a:solidFill>
                  <a:srgbClr val="000000"/>
                </a:solidFill>
                <a:effectLst/>
                <a:uFillTx/>
                <a:latin typeface="Arial"/>
              </a:rPr>
              <a:t>ppe</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"\n\nword2: " &lt;&lt; word2;</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"\nsubse2: " &lt;&lt; subse2;</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a:t>
            </a:r>
            <a:r>
              <a:rPr lang="en-US" sz="2000" b="0" u="none" strike="noStrike" dirty="0" err="1">
                <a:solidFill>
                  <a:srgbClr val="000000"/>
                </a:solidFill>
                <a:effectLst/>
                <a:uFillTx/>
                <a:latin typeface="Arial"/>
              </a:rPr>
              <a:t>nIs</a:t>
            </a:r>
            <a:r>
              <a:rPr lang="en-US" sz="2000" b="0" u="none" strike="noStrike" dirty="0">
                <a:solidFill>
                  <a:srgbClr val="000000"/>
                </a:solidFill>
                <a:effectLst/>
                <a:uFillTx/>
                <a:latin typeface="Arial"/>
              </a:rPr>
              <a:t> subse2 the subsequence of word2? " &lt;&lt; </a:t>
            </a:r>
            <a:r>
              <a:rPr lang="en-US" sz="2000" b="0" u="none" strike="noStrike" dirty="0" err="1">
                <a:solidFill>
                  <a:srgbClr val="000000"/>
                </a:solidFill>
                <a:effectLst/>
                <a:uFillTx/>
                <a:latin typeface="Arial"/>
              </a:rPr>
              <a:t>is_Subsequence</a:t>
            </a:r>
            <a:r>
              <a:rPr lang="en-US" sz="2000" b="0" u="none" strike="noStrike" dirty="0">
                <a:solidFill>
                  <a:srgbClr val="000000"/>
                </a:solidFill>
                <a:effectLst/>
                <a:uFillTx/>
                <a:latin typeface="Arial"/>
              </a:rPr>
              <a:t>(word2, subse2);</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string word3 = "ACGGTGTCGTGCTATGCTGATGCTGACTTATATGCTA";</a:t>
            </a:r>
          </a:p>
          <a:p>
            <a:pPr indent="0">
              <a:lnSpc>
                <a:spcPct val="100000"/>
              </a:lnSpc>
              <a:buNone/>
            </a:pPr>
            <a:r>
              <a:rPr lang="en-US" sz="2000" b="0" u="none" strike="noStrike" dirty="0">
                <a:solidFill>
                  <a:srgbClr val="000000"/>
                </a:solidFill>
                <a:effectLst/>
                <a:uFillTx/>
                <a:latin typeface="Arial"/>
              </a:rPr>
              <a:t>    string subse3 = "CGTTCGGCTATGCTTCTACTTATTCTA";</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"\n\nword3: " &lt;&lt; word3;</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"\nsubse3: " &lt;&lt; subse3;</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a:t>
            </a:r>
            <a:r>
              <a:rPr lang="en-US" sz="2000" b="0" u="none" strike="noStrike" dirty="0" err="1">
                <a:solidFill>
                  <a:srgbClr val="000000"/>
                </a:solidFill>
                <a:effectLst/>
                <a:uFillTx/>
                <a:latin typeface="Arial"/>
              </a:rPr>
              <a:t>nIs</a:t>
            </a:r>
            <a:r>
              <a:rPr lang="en-US" sz="2000" b="0" u="none" strike="noStrike" dirty="0">
                <a:solidFill>
                  <a:srgbClr val="000000"/>
                </a:solidFill>
                <a:effectLst/>
                <a:uFillTx/>
                <a:latin typeface="Arial"/>
              </a:rPr>
              <a:t> subse3 the subsequence of word3? " &lt;&lt; </a:t>
            </a:r>
            <a:r>
              <a:rPr lang="en-US" sz="2000" b="0" u="none" strike="noStrike" dirty="0" err="1">
                <a:solidFill>
                  <a:srgbClr val="000000"/>
                </a:solidFill>
                <a:effectLst/>
                <a:uFillTx/>
                <a:latin typeface="Arial"/>
              </a:rPr>
              <a:t>is_Subsequence</a:t>
            </a:r>
            <a:r>
              <a:rPr lang="en-US" sz="2000" b="0" u="none" strike="noStrike" dirty="0">
                <a:solidFill>
                  <a:srgbClr val="000000"/>
                </a:solidFill>
                <a:effectLst/>
                <a:uFillTx/>
                <a:latin typeface="Arial"/>
              </a:rPr>
              <a:t>(word3, subse3);</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string word4 = "CGTTCGGCTATCGTACGTTCTATTCTATGATTTCTAA";</a:t>
            </a:r>
          </a:p>
          <a:p>
            <a:pPr indent="0">
              <a:lnSpc>
                <a:spcPct val="100000"/>
              </a:lnSpc>
              <a:buNone/>
            </a:pPr>
            <a:r>
              <a:rPr lang="en-US" sz="2000" b="0" u="none" strike="noStrike" dirty="0">
                <a:solidFill>
                  <a:srgbClr val="000000"/>
                </a:solidFill>
                <a:effectLst/>
                <a:uFillTx/>
                <a:latin typeface="Arial"/>
              </a:rPr>
              <a:t>    string subse4 = "CGTTCGGCTATGCZTTCTACTTATTCTA";</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"\n\nword4: " &lt;&lt; word4;</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"\nsubse4: " &lt;&lt; subse4;</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a:t>
            </a:r>
            <a:r>
              <a:rPr lang="en-US" sz="2000" b="0" u="none" strike="noStrike" dirty="0" err="1">
                <a:solidFill>
                  <a:srgbClr val="000000"/>
                </a:solidFill>
                <a:effectLst/>
                <a:uFillTx/>
                <a:latin typeface="Arial"/>
              </a:rPr>
              <a:t>nIs</a:t>
            </a:r>
            <a:r>
              <a:rPr lang="en-US" sz="2000" b="0" u="none" strike="noStrike" dirty="0">
                <a:solidFill>
                  <a:srgbClr val="000000"/>
                </a:solidFill>
                <a:effectLst/>
                <a:uFillTx/>
                <a:latin typeface="Arial"/>
              </a:rPr>
              <a:t> subse4 the subsequence of word4? " &lt;&lt; </a:t>
            </a:r>
            <a:r>
              <a:rPr lang="en-US" sz="2000" b="0" u="none" strike="noStrike" dirty="0" err="1">
                <a:solidFill>
                  <a:srgbClr val="000000"/>
                </a:solidFill>
                <a:effectLst/>
                <a:uFillTx/>
                <a:latin typeface="Arial"/>
              </a:rPr>
              <a:t>is_Subsequence</a:t>
            </a:r>
            <a:r>
              <a:rPr lang="en-US" sz="2000" b="0" u="none" strike="noStrike" dirty="0">
                <a:solidFill>
                  <a:srgbClr val="000000"/>
                </a:solidFill>
                <a:effectLst/>
                <a:uFillTx/>
                <a:latin typeface="Arial"/>
              </a:rPr>
              <a:t>(word4, subse4);</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return 0; // Return 0 to indicate successful completion</a:t>
            </a:r>
          </a:p>
          <a:p>
            <a:pPr indent="0">
              <a:lnSpc>
                <a:spcPct val="100000"/>
              </a:lnSpc>
              <a:buNone/>
            </a:pPr>
            <a:r>
              <a:rPr lang="en-US" sz="2000" b="0" u="none" strike="noStrike" dirty="0">
                <a:solidFill>
                  <a:srgbClr val="000000"/>
                </a:solidFill>
                <a:effectLst/>
                <a:uFillTx/>
                <a:latin typeface="Arial"/>
              </a:rPr>
              <a:t>}</a:t>
            </a:r>
          </a:p>
        </p:txBody>
      </p:sp>
      <p:sp>
        <p:nvSpPr>
          <p:cNvPr id="138"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A8F12A9-AD7C-41B5-965F-47059A3A6D2F}" type="slidenum">
              <a:rPr lang="en-US" sz="1200" b="0" u="none" strike="noStrike">
                <a:solidFill>
                  <a:srgbClr val="000000"/>
                </a:solidFill>
                <a:effectLst/>
                <a:uFillTx/>
                <a:latin typeface="Times New Roman"/>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noRot="1" noChangeAspect="1"/>
          </p:cNvSpPr>
          <p:nvPr>
            <p:ph type="sldImg"/>
          </p:nvPr>
        </p:nvSpPr>
        <p:spPr>
          <a:xfrm>
            <a:off x="685800" y="1143000"/>
            <a:ext cx="5486400" cy="3086100"/>
          </a:xfrm>
          <a:prstGeom prst="rect">
            <a:avLst/>
          </a:prstGeom>
          <a:ln w="0">
            <a:noFill/>
          </a:ln>
        </p:spPr>
      </p:sp>
      <p:sp>
        <p:nvSpPr>
          <p:cNvPr id="1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ts val="1426"/>
              </a:lnSpc>
              <a:buNone/>
            </a:pPr>
            <a:r>
              <a:rPr lang="en-US" sz="2000" b="0" u="none" strike="noStrike" dirty="0">
                <a:solidFill>
                  <a:srgbClr val="C586C0"/>
                </a:solidFill>
                <a:effectLst/>
                <a:uFillTx/>
                <a:latin typeface="Consolas"/>
              </a:rPr>
              <a:t>#include</a:t>
            </a:r>
            <a:r>
              <a:rPr lang="en-US" sz="2000" b="0" u="none" strike="noStrike" dirty="0">
                <a:solidFill>
                  <a:srgbClr val="569CD6"/>
                </a:solidFill>
                <a:effectLst/>
                <a:uFillTx/>
                <a:latin typeface="Consolas"/>
              </a:rPr>
              <a:t> </a:t>
            </a:r>
            <a:r>
              <a:rPr lang="en-US" sz="2000" b="0" u="none" strike="noStrike" dirty="0">
                <a:solidFill>
                  <a:srgbClr val="CE9178"/>
                </a:solidFill>
                <a:effectLst/>
                <a:uFillTx/>
                <a:latin typeface="Consolas"/>
              </a:rPr>
              <a:t>&lt;iostream&gt;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586C0"/>
                </a:solidFill>
                <a:effectLst/>
                <a:uFillTx/>
                <a:latin typeface="Consolas"/>
              </a:rPr>
              <a:t>#include</a:t>
            </a:r>
            <a:r>
              <a:rPr lang="en-US" sz="2000" b="0" u="none" strike="noStrike" dirty="0">
                <a:solidFill>
                  <a:srgbClr val="569CD6"/>
                </a:solidFill>
                <a:effectLst/>
                <a:uFillTx/>
                <a:latin typeface="Consolas"/>
              </a:rPr>
              <a:t> </a:t>
            </a:r>
            <a:r>
              <a:rPr lang="en-US" sz="2000" b="0" u="none" strike="noStrike" dirty="0">
                <a:solidFill>
                  <a:srgbClr val="CE9178"/>
                </a:solidFill>
                <a:effectLst/>
                <a:uFillTx/>
                <a:latin typeface="Consolas"/>
              </a:rPr>
              <a:t>&lt;algorithm&gt;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586C0"/>
                </a:solidFill>
                <a:effectLst/>
                <a:uFillTx/>
                <a:latin typeface="Consolas"/>
              </a:rPr>
              <a:t>using</a:t>
            </a: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namespace</a:t>
            </a:r>
            <a:r>
              <a:rPr lang="en-US" sz="2000" b="0" u="none" strike="noStrike" dirty="0">
                <a:solidFill>
                  <a:srgbClr val="CCCCCC"/>
                </a:solidFill>
                <a:effectLst/>
                <a:uFillTx/>
                <a:latin typeface="Consolas"/>
              </a:rPr>
              <a:t> </a:t>
            </a:r>
            <a:r>
              <a:rPr lang="en-US" sz="2000" b="0" u="none" strike="noStrike" dirty="0">
                <a:solidFill>
                  <a:srgbClr val="4EC9B0"/>
                </a:solidFill>
                <a:effectLst/>
                <a:uFillTx/>
                <a:latin typeface="Consolas"/>
              </a:rPr>
              <a:t>std</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6A9955"/>
                </a:solidFill>
                <a:effectLst/>
                <a:uFillTx/>
                <a:latin typeface="Consolas"/>
              </a:rPr>
              <a:t>// Function definition</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4EC9B0"/>
                </a:solidFill>
                <a:effectLst/>
                <a:uFillTx/>
                <a:latin typeface="Consolas"/>
              </a:rPr>
              <a:t>string</a:t>
            </a:r>
            <a:r>
              <a:rPr lang="en-US" sz="2000" b="0" u="none" strike="noStrike" dirty="0">
                <a:solidFill>
                  <a:srgbClr val="CCCCCC"/>
                </a:solidFill>
                <a:effectLst/>
                <a:uFillTx/>
                <a:latin typeface="Consolas"/>
              </a:rPr>
              <a:t> </a:t>
            </a:r>
            <a:r>
              <a:rPr lang="en-US" sz="2000" b="0" u="none" strike="noStrike" dirty="0" err="1">
                <a:solidFill>
                  <a:srgbClr val="DCDCAA"/>
                </a:solidFill>
                <a:effectLst/>
                <a:uFillTx/>
                <a:latin typeface="Consolas"/>
              </a:rPr>
              <a:t>addBinary</a:t>
            </a:r>
            <a:r>
              <a:rPr lang="en-US" sz="2000" b="0" u="none" strike="noStrike" dirty="0">
                <a:solidFill>
                  <a:srgbClr val="CCCCCC"/>
                </a:solidFill>
                <a:effectLst/>
                <a:uFillTx/>
                <a:latin typeface="Consolas"/>
              </a:rPr>
              <a:t>(</a:t>
            </a:r>
            <a:r>
              <a:rPr lang="en-US" sz="2000" b="0" u="none" strike="noStrike" dirty="0">
                <a:solidFill>
                  <a:srgbClr val="4EC9B0"/>
                </a:solidFill>
                <a:effectLst/>
                <a:uFillTx/>
                <a:latin typeface="Consolas"/>
              </a:rPr>
              <a:t>string</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a</a:t>
            </a:r>
            <a:r>
              <a:rPr lang="en-US" sz="2000" b="0" u="none" strike="noStrike" dirty="0">
                <a:solidFill>
                  <a:srgbClr val="CCCCCC"/>
                </a:solidFill>
                <a:effectLst/>
                <a:uFillTx/>
                <a:latin typeface="Consolas"/>
              </a:rPr>
              <a:t>, </a:t>
            </a:r>
            <a:r>
              <a:rPr lang="en-US" sz="2000" b="0" u="none" strike="noStrike" dirty="0">
                <a:solidFill>
                  <a:srgbClr val="4EC9B0"/>
                </a:solidFill>
                <a:effectLst/>
                <a:uFillTx/>
                <a:latin typeface="Consolas"/>
              </a:rPr>
              <a:t>string</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b</a:t>
            </a: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4EC9B0"/>
                </a:solidFill>
                <a:effectLst/>
                <a:uFillTx/>
                <a:latin typeface="Consolas"/>
              </a:rPr>
              <a:t>string</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result</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carry</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0</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i</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a</a:t>
            </a:r>
            <a:r>
              <a:rPr lang="en-US" sz="2000" b="0" u="none" strike="noStrike" dirty="0" err="1">
                <a:solidFill>
                  <a:srgbClr val="CCCCCC"/>
                </a:solidFill>
                <a:effectLst/>
                <a:uFillTx/>
                <a:latin typeface="Consolas"/>
              </a:rPr>
              <a:t>.</a:t>
            </a:r>
            <a:r>
              <a:rPr lang="en-US" sz="2000" b="0" u="none" strike="noStrike" dirty="0" err="1">
                <a:solidFill>
                  <a:srgbClr val="DCDCAA"/>
                </a:solidFill>
                <a:effectLst/>
                <a:uFillTx/>
                <a:latin typeface="Consolas"/>
              </a:rPr>
              <a:t>length</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1</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j</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b</a:t>
            </a:r>
            <a:r>
              <a:rPr lang="en-US" sz="2000" b="0" u="none" strike="noStrike" dirty="0" err="1">
                <a:solidFill>
                  <a:srgbClr val="CCCCCC"/>
                </a:solidFill>
                <a:effectLst/>
                <a:uFillTx/>
                <a:latin typeface="Consolas"/>
              </a:rPr>
              <a:t>.</a:t>
            </a:r>
            <a:r>
              <a:rPr lang="en-US" sz="2000" b="0" u="none" strike="noStrike" dirty="0" err="1">
                <a:solidFill>
                  <a:srgbClr val="DCDCAA"/>
                </a:solidFill>
                <a:effectLst/>
                <a:uFillTx/>
                <a:latin typeface="Consolas"/>
              </a:rPr>
              <a:t>length</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1</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while</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i</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&gt;=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0</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j</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&gt;=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0</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carry</a:t>
            </a: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sum</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carry</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if</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i</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&gt;=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0</a:t>
            </a: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sum</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a</a:t>
            </a:r>
            <a:r>
              <a:rPr lang="en-US" sz="2000" b="0" u="none" strike="noStrike" dirty="0">
                <a:solidFill>
                  <a:srgbClr val="DCDCAA"/>
                </a:solidFill>
                <a:effectLst/>
                <a:uFillTx/>
                <a:latin typeface="Consolas"/>
              </a:rPr>
              <a:t>[</a:t>
            </a:r>
            <a:r>
              <a:rPr lang="en-US" sz="2000" b="0" u="none" strike="noStrike" dirty="0" err="1">
                <a:solidFill>
                  <a:srgbClr val="9CDCFE"/>
                </a:solidFill>
                <a:effectLst/>
                <a:uFillTx/>
                <a:latin typeface="Consolas"/>
              </a:rPr>
              <a:t>i</a:t>
            </a:r>
            <a:r>
              <a:rPr lang="en-US" sz="2000" b="0" u="none" strike="noStrike" dirty="0">
                <a:solidFill>
                  <a:srgbClr val="DCDCAA"/>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'0'</a:t>
            </a:r>
            <a:r>
              <a:rPr lang="en-US" sz="2000" b="0" u="none" strike="noStrike" dirty="0">
                <a:solidFill>
                  <a:srgbClr val="CCCCCC"/>
                </a:solidFill>
                <a:effectLst/>
                <a:uFillTx/>
                <a:latin typeface="Consolas"/>
              </a:rPr>
              <a:t>;</a:t>
            </a:r>
            <a:r>
              <a:rPr lang="en-US" sz="2000" b="0" u="none" strike="noStrike" dirty="0">
                <a:solidFill>
                  <a:srgbClr val="6A9955"/>
                </a:solidFill>
                <a:effectLst/>
                <a:uFillTx/>
                <a:latin typeface="Consolas"/>
              </a:rPr>
              <a:t> // Convert char to int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i</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if</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j</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&gt;=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0</a:t>
            </a: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sum</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b</a:t>
            </a:r>
            <a:r>
              <a:rPr lang="en-US" sz="2000" b="0" u="none" strike="noStrike" dirty="0">
                <a:solidFill>
                  <a:srgbClr val="DCDCAA"/>
                </a:solidFill>
                <a:effectLst/>
                <a:uFillTx/>
                <a:latin typeface="Consolas"/>
              </a:rPr>
              <a:t>[</a:t>
            </a:r>
            <a:r>
              <a:rPr lang="en-US" sz="2000" b="0" u="none" strike="noStrike" dirty="0">
                <a:solidFill>
                  <a:srgbClr val="9CDCFE"/>
                </a:solidFill>
                <a:effectLst/>
                <a:uFillTx/>
                <a:latin typeface="Consolas"/>
              </a:rPr>
              <a:t>j</a:t>
            </a:r>
            <a:r>
              <a:rPr lang="en-US" sz="2000" b="0" u="none" strike="noStrike" dirty="0">
                <a:solidFill>
                  <a:srgbClr val="DCDCAA"/>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'0'</a:t>
            </a:r>
            <a:r>
              <a:rPr lang="en-US" sz="2000" b="0" u="none" strike="noStrike" dirty="0">
                <a:solidFill>
                  <a:srgbClr val="CCCCCC"/>
                </a:solidFill>
                <a:effectLst/>
                <a:uFillTx/>
                <a:latin typeface="Consolas"/>
              </a:rPr>
              <a:t>;</a:t>
            </a:r>
            <a:r>
              <a:rPr lang="en-US" sz="2000" b="0" u="none" strike="noStrike" dirty="0">
                <a:solidFill>
                  <a:srgbClr val="6A9955"/>
                </a:solidFill>
                <a:effectLst/>
                <a:uFillTx/>
                <a:latin typeface="Consolas"/>
              </a:rPr>
              <a:t> // Convert char to int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j</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result</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sum</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2</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'0'</a:t>
            </a:r>
            <a:r>
              <a:rPr lang="en-US" sz="2000" b="0" u="none" strike="noStrike" dirty="0">
                <a:solidFill>
                  <a:srgbClr val="CCCCCC"/>
                </a:solidFill>
                <a:effectLst/>
                <a:uFillTx/>
                <a:latin typeface="Consolas"/>
              </a:rPr>
              <a:t>;</a:t>
            </a:r>
            <a:r>
              <a:rPr lang="en-US" sz="2000" b="0" u="none" strike="noStrike" dirty="0">
                <a:solidFill>
                  <a:srgbClr val="6A9955"/>
                </a:solidFill>
                <a:effectLst/>
                <a:uFillTx/>
                <a:latin typeface="Consolas"/>
              </a:rPr>
              <a:t> // Convert int to char</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carry</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sum</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2</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reverse</a:t>
            </a:r>
            <a:r>
              <a:rPr lang="en-US" sz="2000" b="0" u="none" strike="noStrike" dirty="0">
                <a:solidFill>
                  <a:srgbClr val="CCCCCC"/>
                </a:solidFill>
                <a:effectLst/>
                <a:uFillTx/>
                <a:latin typeface="Consolas"/>
              </a:rPr>
              <a:t>(</a:t>
            </a:r>
            <a:r>
              <a:rPr lang="en-US" sz="2000" b="0" u="none" strike="noStrike" dirty="0" err="1">
                <a:solidFill>
                  <a:srgbClr val="9CDCFE"/>
                </a:solidFill>
                <a:effectLst/>
                <a:uFillTx/>
                <a:latin typeface="Consolas"/>
              </a:rPr>
              <a:t>result</a:t>
            </a:r>
            <a:r>
              <a:rPr lang="en-US" sz="2000" b="0" u="none" strike="noStrike" dirty="0" err="1">
                <a:solidFill>
                  <a:srgbClr val="CCCCCC"/>
                </a:solidFill>
                <a:effectLst/>
                <a:uFillTx/>
                <a:latin typeface="Consolas"/>
              </a:rPr>
              <a:t>.</a:t>
            </a:r>
            <a:r>
              <a:rPr lang="en-US" sz="2000" b="0" u="none" strike="noStrike" dirty="0" err="1">
                <a:solidFill>
                  <a:srgbClr val="DCDCAA"/>
                </a:solidFill>
                <a:effectLst/>
                <a:uFillTx/>
                <a:latin typeface="Consolas"/>
              </a:rPr>
              <a:t>begin</a:t>
            </a: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result</a:t>
            </a:r>
            <a:r>
              <a:rPr lang="en-US" sz="2000" b="0" u="none" strike="noStrike" dirty="0" err="1">
                <a:solidFill>
                  <a:srgbClr val="CCCCCC"/>
                </a:solidFill>
                <a:effectLst/>
                <a:uFillTx/>
                <a:latin typeface="Consolas"/>
              </a:rPr>
              <a:t>.</a:t>
            </a:r>
            <a:r>
              <a:rPr lang="en-US" sz="2000" b="0" u="none" strike="noStrike" dirty="0" err="1">
                <a:solidFill>
                  <a:srgbClr val="DCDCAA"/>
                </a:solidFill>
                <a:effectLst/>
                <a:uFillTx/>
                <a:latin typeface="Consolas"/>
              </a:rPr>
              <a:t>end</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return</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result</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569CD6"/>
                </a:solidFill>
                <a:effectLst/>
                <a:uFillTx/>
                <a:latin typeface="Consolas"/>
              </a:rPr>
              <a:t>int</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main</a:t>
            </a:r>
            <a:r>
              <a:rPr lang="en-US" sz="2000" b="0" u="none" strike="noStrike" dirty="0">
                <a:solidFill>
                  <a:srgbClr val="CCCCCC"/>
                </a:solidFill>
                <a:effectLst/>
                <a:uFillTx/>
                <a:latin typeface="Consolas"/>
              </a:rPr>
              <a:t>() {</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a:solidFill>
                  <a:srgbClr val="4EC9B0"/>
                </a:solidFill>
                <a:effectLst/>
                <a:uFillTx/>
                <a:latin typeface="Consolas"/>
              </a:rPr>
              <a:t>string</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binary1</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binary2</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cout</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"Enter the first binary number: "</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cin</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&gt;&gt;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binary1</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cout</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"Enter the second binary number: "</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cin</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&gt;&gt;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binary2</a:t>
            </a:r>
            <a:r>
              <a:rPr lang="en-US" sz="2000" b="0" u="none" strike="noStrike" dirty="0">
                <a:solidFill>
                  <a:srgbClr val="CCCCCC"/>
                </a:solidFill>
                <a:effectLst/>
                <a:uFillTx/>
                <a:latin typeface="Consolas"/>
              </a:rPr>
              <a:t>;</a:t>
            </a:r>
            <a:br>
              <a:rPr sz="2000" dirty="0"/>
            </a:br>
            <a:r>
              <a:rPr lang="en-US" sz="2000" b="0" u="none" strike="noStrike" dirty="0">
                <a:solidFill>
                  <a:srgbClr val="CCCCCC"/>
                </a:solidFill>
                <a:effectLst/>
                <a:uFillTx/>
                <a:latin typeface="Consolas"/>
              </a:rPr>
              <a:t>    </a:t>
            </a:r>
            <a:r>
              <a:rPr lang="en-US" sz="2000" b="0" u="none" strike="noStrike" dirty="0">
                <a:solidFill>
                  <a:srgbClr val="4EC9B0"/>
                </a:solidFill>
                <a:effectLst/>
                <a:uFillTx/>
                <a:latin typeface="Consolas"/>
              </a:rPr>
              <a:t>string</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sum</a:t>
            </a:r>
            <a:r>
              <a:rPr lang="en-US" sz="2000" b="0" u="none" strike="noStrike" dirty="0">
                <a:solidFill>
                  <a:srgbClr val="CCCCCC"/>
                </a:solidFill>
                <a:effectLst/>
                <a:uFillTx/>
                <a:latin typeface="Consolas"/>
              </a:rPr>
              <a:t> </a:t>
            </a:r>
            <a:r>
              <a:rPr lang="en-US" sz="2000" b="0" u="none" strike="noStrike" dirty="0">
                <a:solidFill>
                  <a:srgbClr val="D4D4D4"/>
                </a:solidFill>
                <a:effectLst/>
                <a:uFillTx/>
                <a:latin typeface="Consolas"/>
              </a:rPr>
              <a:t>=</a:t>
            </a:r>
            <a:r>
              <a:rPr lang="en-US" sz="2000" b="0" u="none" strike="noStrike" dirty="0">
                <a:solidFill>
                  <a:srgbClr val="CCCCCC"/>
                </a:solidFill>
                <a:effectLst/>
                <a:uFillTx/>
                <a:latin typeface="Consolas"/>
              </a:rPr>
              <a:t> </a:t>
            </a:r>
            <a:r>
              <a:rPr lang="en-US" sz="2000" b="0" u="none" strike="noStrike" dirty="0" err="1">
                <a:solidFill>
                  <a:srgbClr val="DCDCAA"/>
                </a:solidFill>
                <a:effectLst/>
                <a:uFillTx/>
                <a:latin typeface="Consolas"/>
              </a:rPr>
              <a:t>addBinary</a:t>
            </a:r>
            <a:r>
              <a:rPr lang="en-US" sz="2000" b="0" u="none" strike="noStrike" dirty="0">
                <a:solidFill>
                  <a:srgbClr val="CCCCCC"/>
                </a:solidFill>
                <a:effectLst/>
                <a:uFillTx/>
                <a:latin typeface="Consolas"/>
              </a:rPr>
              <a:t>(</a:t>
            </a:r>
            <a:r>
              <a:rPr lang="en-US" sz="2000" b="0" u="none" strike="noStrike" dirty="0">
                <a:solidFill>
                  <a:srgbClr val="9CDCFE"/>
                </a:solidFill>
                <a:effectLst/>
                <a:uFillTx/>
                <a:latin typeface="Consolas"/>
              </a:rPr>
              <a:t>binary1</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binary2</a:t>
            </a:r>
            <a:r>
              <a:rPr lang="en-US" sz="2000" b="0" u="none" strike="noStrike" dirty="0">
                <a:solidFill>
                  <a:srgbClr val="CCCCCC"/>
                </a:solidFill>
                <a:effectLst/>
                <a:uFillTx/>
                <a:latin typeface="Consolas"/>
              </a:rPr>
              <a:t>);</a:t>
            </a:r>
            <a:br>
              <a:rPr sz="2000" dirty="0"/>
            </a:br>
            <a:r>
              <a:rPr lang="en-US" sz="2000" b="0" u="none" strike="noStrike" dirty="0">
                <a:solidFill>
                  <a:srgbClr val="CCCCCC"/>
                </a:solidFill>
                <a:effectLst/>
                <a:uFillTx/>
                <a:latin typeface="Consolas"/>
              </a:rPr>
              <a:t>    </a:t>
            </a:r>
            <a:r>
              <a:rPr lang="en-US" sz="2000" b="0" u="none" strike="noStrike" dirty="0" err="1">
                <a:solidFill>
                  <a:srgbClr val="9CDCFE"/>
                </a:solidFill>
                <a:effectLst/>
                <a:uFillTx/>
                <a:latin typeface="Consolas"/>
              </a:rPr>
              <a:t>cout</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a:solidFill>
                  <a:srgbClr val="CE9178"/>
                </a:solidFill>
                <a:effectLst/>
                <a:uFillTx/>
                <a:latin typeface="Consolas"/>
              </a:rPr>
              <a:t>"Sum of the binary numbers: "</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a:solidFill>
                  <a:srgbClr val="9CDCFE"/>
                </a:solidFill>
                <a:effectLst/>
                <a:uFillTx/>
                <a:latin typeface="Consolas"/>
              </a:rPr>
              <a:t>sum</a:t>
            </a:r>
            <a:r>
              <a:rPr lang="en-US" sz="2000" b="0" u="none" strike="noStrike" dirty="0">
                <a:solidFill>
                  <a:srgbClr val="CCCCCC"/>
                </a:solidFill>
                <a:effectLst/>
                <a:uFillTx/>
                <a:latin typeface="Consolas"/>
              </a:rPr>
              <a:t> </a:t>
            </a:r>
            <a:r>
              <a:rPr lang="en-US" sz="2000" b="0" u="none" strike="noStrike" dirty="0">
                <a:solidFill>
                  <a:srgbClr val="DCDCAA"/>
                </a:solidFill>
                <a:effectLst/>
                <a:uFillTx/>
                <a:latin typeface="Consolas"/>
              </a:rPr>
              <a:t>&lt;&lt;</a:t>
            </a:r>
            <a:r>
              <a:rPr lang="en-US" sz="2000" b="0" u="none" strike="noStrike" dirty="0">
                <a:solidFill>
                  <a:srgbClr val="CCCCCC"/>
                </a:solidFill>
                <a:effectLst/>
                <a:uFillTx/>
                <a:latin typeface="Consolas"/>
              </a:rPr>
              <a:t> </a:t>
            </a:r>
            <a:r>
              <a:rPr lang="en-US" sz="2000" b="0" u="none" strike="noStrike" dirty="0" err="1">
                <a:solidFill>
                  <a:srgbClr val="DCDCAA"/>
                </a:solidFill>
                <a:effectLst/>
                <a:uFillTx/>
                <a:latin typeface="Consolas"/>
              </a:rPr>
              <a:t>endl</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r>
              <a:rPr lang="en-US" sz="2000" b="0" u="none" strike="noStrike" dirty="0">
                <a:solidFill>
                  <a:srgbClr val="CCCCCC"/>
                </a:solidFill>
                <a:effectLst/>
                <a:uFillTx/>
                <a:latin typeface="Consolas"/>
              </a:rPr>
              <a:t>    </a:t>
            </a:r>
            <a:r>
              <a:rPr lang="en-US" sz="2000" b="0" u="none" strike="noStrike" dirty="0">
                <a:solidFill>
                  <a:srgbClr val="C586C0"/>
                </a:solidFill>
                <a:effectLst/>
                <a:uFillTx/>
                <a:latin typeface="Consolas"/>
              </a:rPr>
              <a:t>return</a:t>
            </a:r>
            <a:r>
              <a:rPr lang="en-US" sz="2000" b="0" u="none" strike="noStrike" dirty="0">
                <a:solidFill>
                  <a:srgbClr val="CCCCCC"/>
                </a:solidFill>
                <a:effectLst/>
                <a:uFillTx/>
                <a:latin typeface="Consolas"/>
              </a:rPr>
              <a:t> </a:t>
            </a:r>
            <a:r>
              <a:rPr lang="en-US" sz="2000" b="0" u="none" strike="noStrike" dirty="0">
                <a:solidFill>
                  <a:srgbClr val="B5CEA8"/>
                </a:solidFill>
                <a:effectLst/>
                <a:uFillTx/>
                <a:latin typeface="Consolas"/>
              </a:rPr>
              <a:t>0</a:t>
            </a: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r>
              <a:rPr lang="en-US" sz="2000" b="0" u="none" strike="noStrike" dirty="0">
                <a:solidFill>
                  <a:srgbClr val="CCCCCC"/>
                </a:solidFill>
                <a:effectLst/>
                <a:uFillTx/>
                <a:latin typeface="Consolas"/>
              </a:rPr>
              <a:t>}</a:t>
            </a:r>
            <a:endParaRPr lang="en-US" sz="2000" b="0" u="none" strike="noStrike" dirty="0">
              <a:solidFill>
                <a:srgbClr val="000000"/>
              </a:solidFill>
              <a:effectLst/>
              <a:uFillTx/>
              <a:latin typeface="Arial"/>
            </a:endParaRPr>
          </a:p>
          <a:p>
            <a:pPr indent="0">
              <a:lnSpc>
                <a:spcPts val="1426"/>
              </a:lnSpc>
              <a:buNone/>
            </a:pPr>
            <a:br>
              <a:rPr sz="2000" dirty="0"/>
            </a:br>
            <a:endParaRPr lang="en-US" sz="2000" b="0" u="none" strike="noStrike" dirty="0">
              <a:solidFill>
                <a:srgbClr val="000000"/>
              </a:solidFill>
              <a:effectLst/>
              <a:uFillTx/>
              <a:latin typeface="Arial"/>
            </a:endParaRP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endParaRPr lang="en-US" sz="2000" b="0" u="none" strike="noStrike" dirty="0">
              <a:solidFill>
                <a:srgbClr val="000000"/>
              </a:solidFill>
              <a:effectLst/>
              <a:uFillTx/>
              <a:latin typeface="Arial"/>
            </a:endParaRPr>
          </a:p>
        </p:txBody>
      </p:sp>
      <p:sp>
        <p:nvSpPr>
          <p:cNvPr id="141"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B0134B6-8639-4AF1-855E-698E1EA61114}"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685800" y="1143000"/>
            <a:ext cx="5486400" cy="3086100"/>
          </a:xfrm>
          <a:prstGeom prst="rect">
            <a:avLst/>
          </a:prstGeom>
          <a:ln w="0">
            <a:noFill/>
          </a:ln>
        </p:spPr>
      </p:sp>
      <p:sp>
        <p:nvSpPr>
          <p:cNvPr id="1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#include &lt;iostream&gt; // Including input/output stream library</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using namespace std; // Using the standard namespace</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Function to test if a string is a palindrome</a:t>
            </a:r>
          </a:p>
          <a:p>
            <a:pPr indent="0">
              <a:lnSpc>
                <a:spcPct val="100000"/>
              </a:lnSpc>
              <a:buNone/>
            </a:pPr>
            <a:r>
              <a:rPr lang="en-US" sz="2000" b="0" u="none" strike="noStrike" dirty="0">
                <a:solidFill>
                  <a:srgbClr val="000000"/>
                </a:solidFill>
                <a:effectLst/>
                <a:uFillTx/>
                <a:latin typeface="Arial"/>
              </a:rPr>
              <a:t>string </a:t>
            </a:r>
            <a:r>
              <a:rPr lang="en-US" sz="2000" b="0" u="none" strike="noStrike" dirty="0" err="1">
                <a:solidFill>
                  <a:srgbClr val="000000"/>
                </a:solidFill>
                <a:effectLst/>
                <a:uFillTx/>
                <a:latin typeface="Arial"/>
              </a:rPr>
              <a:t>test_Palindrome</a:t>
            </a:r>
            <a:r>
              <a:rPr lang="en-US" sz="2000" b="0" u="none" strike="noStrike" dirty="0">
                <a:solidFill>
                  <a:srgbClr val="000000"/>
                </a:solidFill>
                <a:effectLst/>
                <a:uFillTx/>
                <a:latin typeface="Arial"/>
              </a:rPr>
              <a:t>(string text) {</a:t>
            </a:r>
          </a:p>
          <a:p>
            <a:pPr indent="0">
              <a:lnSpc>
                <a:spcPct val="100000"/>
              </a:lnSpc>
              <a:buNone/>
            </a:pPr>
            <a:r>
              <a:rPr lang="en-US" sz="2000" b="0" u="none" strike="noStrike" dirty="0">
                <a:solidFill>
                  <a:srgbClr val="000000"/>
                </a:solidFill>
                <a:effectLst/>
                <a:uFillTx/>
                <a:latin typeface="Arial"/>
              </a:rPr>
              <a:t>  string str1, str2; // Declare two strings to store processed characters</a:t>
            </a:r>
          </a:p>
          <a:p>
            <a:pPr indent="0">
              <a:lnSpc>
                <a:spcPct val="100000"/>
              </a:lnSpc>
              <a:buNone/>
            </a:pPr>
            <a:r>
              <a:rPr lang="en-US" sz="2000" b="0" u="none" strike="noStrike" dirty="0">
                <a:solidFill>
                  <a:srgbClr val="000000"/>
                </a:solidFill>
                <a:effectLst/>
                <a:uFillTx/>
                <a:latin typeface="Arial"/>
              </a:rPr>
              <a:t>  int </a:t>
            </a:r>
            <a:r>
              <a:rPr lang="en-US" sz="2000" b="0" u="none" strike="noStrike" dirty="0" err="1">
                <a:solidFill>
                  <a:srgbClr val="000000"/>
                </a:solidFill>
                <a:effectLst/>
                <a:uFillTx/>
                <a:latin typeface="Arial"/>
              </a:rPr>
              <a:t>str_len</a:t>
            </a:r>
            <a:r>
              <a:rPr lang="en-US" sz="2000" b="0" u="none" strike="noStrike" dirty="0">
                <a:solidFill>
                  <a:srgbClr val="000000"/>
                </a:solidFill>
                <a:effectLst/>
                <a:uFillTx/>
                <a:latin typeface="Arial"/>
              </a:rPr>
              <a:t> = int(</a:t>
            </a:r>
            <a:r>
              <a:rPr lang="en-US" sz="2000" b="0" u="none" strike="noStrike" dirty="0" err="1">
                <a:solidFill>
                  <a:srgbClr val="000000"/>
                </a:solidFill>
                <a:effectLst/>
                <a:uFillTx/>
                <a:latin typeface="Arial"/>
              </a:rPr>
              <a:t>text.size</a:t>
            </a:r>
            <a:r>
              <a:rPr lang="en-US" sz="2000" b="0" u="none" strike="noStrike" dirty="0">
                <a:solidFill>
                  <a:srgbClr val="000000"/>
                </a:solidFill>
                <a:effectLst/>
                <a:uFillTx/>
                <a:latin typeface="Arial"/>
              </a:rPr>
              <a:t>()); // Calculate the length of the input string</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 Loop through the string to form two strings containing only lowercase alphabets</a:t>
            </a:r>
          </a:p>
          <a:p>
            <a:pPr indent="0">
              <a:lnSpc>
                <a:spcPct val="100000"/>
              </a:lnSpc>
              <a:buNone/>
            </a:pPr>
            <a:r>
              <a:rPr lang="en-US" sz="2000" b="0" u="none" strike="noStrike" dirty="0">
                <a:solidFill>
                  <a:srgbClr val="000000"/>
                </a:solidFill>
                <a:effectLst/>
                <a:uFillTx/>
                <a:latin typeface="Arial"/>
              </a:rPr>
              <a:t>  for (int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 0;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&lt; </a:t>
            </a:r>
            <a:r>
              <a:rPr lang="en-US" sz="2000" b="0" u="none" strike="noStrike" dirty="0" err="1">
                <a:solidFill>
                  <a:srgbClr val="000000"/>
                </a:solidFill>
                <a:effectLst/>
                <a:uFillTx/>
                <a:latin typeface="Arial"/>
              </a:rPr>
              <a:t>str_len</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a:t>
            </a:r>
          </a:p>
          <a:p>
            <a:pPr indent="0">
              <a:lnSpc>
                <a:spcPct val="100000"/>
              </a:lnSpc>
              <a:buNone/>
            </a:pPr>
            <a:r>
              <a:rPr lang="en-US" sz="2000" b="0" u="none" strike="noStrike" dirty="0">
                <a:solidFill>
                  <a:srgbClr val="000000"/>
                </a:solidFill>
                <a:effectLst/>
                <a:uFillTx/>
                <a:latin typeface="Arial"/>
              </a:rPr>
              <a:t>    // Check if the character is an alphabet (case-insensitive) and add it to str1</a:t>
            </a:r>
          </a:p>
          <a:p>
            <a:pPr indent="0">
              <a:lnSpc>
                <a:spcPct val="100000"/>
              </a:lnSpc>
              <a:buNone/>
            </a:pPr>
            <a:r>
              <a:rPr lang="en-US" sz="2000" b="0" u="none" strike="noStrike" dirty="0">
                <a:solidFill>
                  <a:srgbClr val="000000"/>
                </a:solidFill>
                <a:effectLst/>
                <a:uFillTx/>
                <a:latin typeface="Arial"/>
              </a:rPr>
              <a:t>    if ((text[</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&gt;= 'a' &amp;&amp; text[</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&lt;= 'z') || (text[</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&gt;= 'A' &amp;&amp; text[</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&lt;= 'Z'))</a:t>
            </a:r>
          </a:p>
          <a:p>
            <a:pPr indent="0">
              <a:lnSpc>
                <a:spcPct val="100000"/>
              </a:lnSpc>
              <a:buNone/>
            </a:pPr>
            <a:r>
              <a:rPr lang="en-US" sz="2000" b="0" u="none" strike="noStrike" dirty="0">
                <a:solidFill>
                  <a:srgbClr val="000000"/>
                </a:solidFill>
                <a:effectLst/>
                <a:uFillTx/>
                <a:latin typeface="Arial"/>
              </a:rPr>
              <a:t>      str1 += </a:t>
            </a:r>
            <a:r>
              <a:rPr lang="en-US" sz="2000" b="0" u="none" strike="noStrike" dirty="0" err="1">
                <a:solidFill>
                  <a:srgbClr val="000000"/>
                </a:solidFill>
                <a:effectLst/>
                <a:uFillTx/>
                <a:latin typeface="Arial"/>
              </a:rPr>
              <a:t>tolower</a:t>
            </a:r>
            <a:r>
              <a:rPr lang="en-US" sz="2000" b="0" u="none" strike="noStrike" dirty="0">
                <a:solidFill>
                  <a:srgbClr val="000000"/>
                </a:solidFill>
                <a:effectLst/>
                <a:uFillTx/>
                <a:latin typeface="Arial"/>
              </a:rPr>
              <a:t>(text[</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 Check if the character (from the end of the string) is an alphabet and add it to str2</a:t>
            </a:r>
          </a:p>
          <a:p>
            <a:pPr indent="0">
              <a:lnSpc>
                <a:spcPct val="100000"/>
              </a:lnSpc>
              <a:buNone/>
            </a:pPr>
            <a:r>
              <a:rPr lang="en-US" sz="2000" b="0" u="none" strike="noStrike" dirty="0">
                <a:solidFill>
                  <a:srgbClr val="000000"/>
                </a:solidFill>
                <a:effectLst/>
                <a:uFillTx/>
                <a:latin typeface="Arial"/>
              </a:rPr>
              <a:t>    if ((text[</a:t>
            </a:r>
            <a:r>
              <a:rPr lang="en-US" sz="2000" b="0" u="none" strike="noStrike" dirty="0" err="1">
                <a:solidFill>
                  <a:srgbClr val="000000"/>
                </a:solidFill>
                <a:effectLst/>
                <a:uFillTx/>
                <a:latin typeface="Arial"/>
              </a:rPr>
              <a:t>str_len</a:t>
            </a:r>
            <a:r>
              <a:rPr lang="en-US" sz="2000" b="0" u="none" strike="noStrike" dirty="0">
                <a:solidFill>
                  <a:srgbClr val="000000"/>
                </a:solidFill>
                <a:effectLst/>
                <a:uFillTx/>
                <a:latin typeface="Arial"/>
              </a:rPr>
              <a:t> - 1 -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&gt;= 'a' &amp;&amp; text[</a:t>
            </a:r>
            <a:r>
              <a:rPr lang="en-US" sz="2000" b="0" u="none" strike="noStrike" dirty="0" err="1">
                <a:solidFill>
                  <a:srgbClr val="000000"/>
                </a:solidFill>
                <a:effectLst/>
                <a:uFillTx/>
                <a:latin typeface="Arial"/>
              </a:rPr>
              <a:t>str_len</a:t>
            </a:r>
            <a:r>
              <a:rPr lang="en-US" sz="2000" b="0" u="none" strike="noStrike" dirty="0">
                <a:solidFill>
                  <a:srgbClr val="000000"/>
                </a:solidFill>
                <a:effectLst/>
                <a:uFillTx/>
                <a:latin typeface="Arial"/>
              </a:rPr>
              <a:t> - 1 -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&lt;= 'z') || (text[</a:t>
            </a:r>
            <a:r>
              <a:rPr lang="en-US" sz="2000" b="0" u="none" strike="noStrike" dirty="0" err="1">
                <a:solidFill>
                  <a:srgbClr val="000000"/>
                </a:solidFill>
                <a:effectLst/>
                <a:uFillTx/>
                <a:latin typeface="Arial"/>
              </a:rPr>
              <a:t>str_len</a:t>
            </a:r>
            <a:r>
              <a:rPr lang="en-US" sz="2000" b="0" u="none" strike="noStrike" dirty="0">
                <a:solidFill>
                  <a:srgbClr val="000000"/>
                </a:solidFill>
                <a:effectLst/>
                <a:uFillTx/>
                <a:latin typeface="Arial"/>
              </a:rPr>
              <a:t> - 1 -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&gt;= 'A' &amp;&amp; text[</a:t>
            </a:r>
            <a:r>
              <a:rPr lang="en-US" sz="2000" b="0" u="none" strike="noStrike" dirty="0" err="1">
                <a:solidFill>
                  <a:srgbClr val="000000"/>
                </a:solidFill>
                <a:effectLst/>
                <a:uFillTx/>
                <a:latin typeface="Arial"/>
              </a:rPr>
              <a:t>str_len</a:t>
            </a:r>
            <a:r>
              <a:rPr lang="en-US" sz="2000" b="0" u="none" strike="noStrike" dirty="0">
                <a:solidFill>
                  <a:srgbClr val="000000"/>
                </a:solidFill>
                <a:effectLst/>
                <a:uFillTx/>
                <a:latin typeface="Arial"/>
              </a:rPr>
              <a:t> - 1 -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&lt;= 'Z'))</a:t>
            </a:r>
          </a:p>
          <a:p>
            <a:pPr indent="0">
              <a:lnSpc>
                <a:spcPct val="100000"/>
              </a:lnSpc>
              <a:buNone/>
            </a:pPr>
            <a:r>
              <a:rPr lang="en-US" sz="2000" b="0" u="none" strike="noStrike" dirty="0">
                <a:solidFill>
                  <a:srgbClr val="000000"/>
                </a:solidFill>
                <a:effectLst/>
                <a:uFillTx/>
                <a:latin typeface="Arial"/>
              </a:rPr>
              <a:t>      str2 += </a:t>
            </a:r>
            <a:r>
              <a:rPr lang="en-US" sz="2000" b="0" u="none" strike="noStrike" dirty="0" err="1">
                <a:solidFill>
                  <a:srgbClr val="000000"/>
                </a:solidFill>
                <a:effectLst/>
                <a:uFillTx/>
                <a:latin typeface="Arial"/>
              </a:rPr>
              <a:t>tolower</a:t>
            </a:r>
            <a:r>
              <a:rPr lang="en-US" sz="2000" b="0" u="none" strike="noStrike" dirty="0">
                <a:solidFill>
                  <a:srgbClr val="000000"/>
                </a:solidFill>
                <a:effectLst/>
                <a:uFillTx/>
                <a:latin typeface="Arial"/>
              </a:rPr>
              <a:t>(text[</a:t>
            </a:r>
            <a:r>
              <a:rPr lang="en-US" sz="2000" b="0" u="none" strike="noStrike" dirty="0" err="1">
                <a:solidFill>
                  <a:srgbClr val="000000"/>
                </a:solidFill>
                <a:effectLst/>
                <a:uFillTx/>
                <a:latin typeface="Arial"/>
              </a:rPr>
              <a:t>str_len</a:t>
            </a:r>
            <a:r>
              <a:rPr lang="en-US" sz="2000" b="0" u="none" strike="noStrike" dirty="0">
                <a:solidFill>
                  <a:srgbClr val="000000"/>
                </a:solidFill>
                <a:effectLst/>
                <a:uFillTx/>
                <a:latin typeface="Arial"/>
              </a:rPr>
              <a:t> - 1 -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 Check if the processed strings str1 and str2 are equal (if the input string is a palindrome)</a:t>
            </a:r>
          </a:p>
          <a:p>
            <a:pPr indent="0">
              <a:lnSpc>
                <a:spcPct val="100000"/>
              </a:lnSpc>
              <a:buNone/>
            </a:pPr>
            <a:r>
              <a:rPr lang="en-US" sz="2000" b="0" u="none" strike="noStrike" dirty="0">
                <a:solidFill>
                  <a:srgbClr val="000000"/>
                </a:solidFill>
                <a:effectLst/>
                <a:uFillTx/>
                <a:latin typeface="Arial"/>
              </a:rPr>
              <a:t>  if (str1 == str2)</a:t>
            </a:r>
          </a:p>
          <a:p>
            <a:pPr indent="0">
              <a:lnSpc>
                <a:spcPct val="100000"/>
              </a:lnSpc>
              <a:buNone/>
            </a:pPr>
            <a:r>
              <a:rPr lang="en-US" sz="2000" b="0" u="none" strike="noStrike" dirty="0">
                <a:solidFill>
                  <a:srgbClr val="000000"/>
                </a:solidFill>
                <a:effectLst/>
                <a:uFillTx/>
                <a:latin typeface="Arial"/>
              </a:rPr>
              <a:t>    return "True"; // Return "True" if the string is a palindrome</a:t>
            </a:r>
          </a:p>
          <a:p>
            <a:pPr indent="0">
              <a:lnSpc>
                <a:spcPct val="100000"/>
              </a:lnSpc>
              <a:buNone/>
            </a:pPr>
            <a:r>
              <a:rPr lang="en-US" sz="2000" b="0" u="none" strike="noStrike" dirty="0">
                <a:solidFill>
                  <a:srgbClr val="000000"/>
                </a:solidFill>
                <a:effectLst/>
                <a:uFillTx/>
                <a:latin typeface="Arial"/>
              </a:rPr>
              <a:t>  return "False"; // Return "False" if the string is not a palindrome</a:t>
            </a:r>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Main function</a:t>
            </a:r>
          </a:p>
          <a:p>
            <a:pPr indent="0">
              <a:lnSpc>
                <a:spcPct val="100000"/>
              </a:lnSpc>
              <a:buNone/>
            </a:pPr>
            <a:r>
              <a:rPr lang="en-US" sz="2000" b="0" u="none" strike="noStrike" dirty="0">
                <a:solidFill>
                  <a:srgbClr val="000000"/>
                </a:solidFill>
                <a:effectLst/>
                <a:uFillTx/>
                <a:latin typeface="Arial"/>
              </a:rPr>
              <a:t>int main() {</a:t>
            </a:r>
          </a:p>
          <a:p>
            <a:pPr indent="0">
              <a:lnSpc>
                <a:spcPct val="100000"/>
              </a:lnSpc>
              <a:buNone/>
            </a:pPr>
            <a:r>
              <a:rPr lang="en-US" sz="2000" b="0" u="none" strike="noStrike" dirty="0">
                <a:solidFill>
                  <a:srgbClr val="000000"/>
                </a:solidFill>
                <a:effectLst/>
                <a:uFillTx/>
                <a:latin typeface="Arial"/>
              </a:rPr>
              <a:t>  // Output the result of testing strings for being palindromes</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"Is madam a Palindrome? " &lt;&lt; </a:t>
            </a:r>
            <a:r>
              <a:rPr lang="en-US" sz="2000" b="0" u="none" strike="noStrike" dirty="0" err="1">
                <a:solidFill>
                  <a:srgbClr val="000000"/>
                </a:solidFill>
                <a:effectLst/>
                <a:uFillTx/>
                <a:latin typeface="Arial"/>
              </a:rPr>
              <a:t>test_Palindrome</a:t>
            </a:r>
            <a:r>
              <a:rPr lang="en-US" sz="2000" b="0" u="none" strike="noStrike" dirty="0">
                <a:solidFill>
                  <a:srgbClr val="000000"/>
                </a:solidFill>
                <a:effectLst/>
                <a:uFillTx/>
                <a:latin typeface="Arial"/>
              </a:rPr>
              <a:t>("madam");</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a:t>
            </a:r>
            <a:r>
              <a:rPr lang="en-US" sz="2000" b="0" u="none" strike="noStrike" dirty="0" err="1">
                <a:solidFill>
                  <a:srgbClr val="000000"/>
                </a:solidFill>
                <a:effectLst/>
                <a:uFillTx/>
                <a:latin typeface="Arial"/>
              </a:rPr>
              <a:t>nIs</a:t>
            </a:r>
            <a:r>
              <a:rPr lang="en-US" sz="2000" b="0" u="none" strike="noStrike" dirty="0">
                <a:solidFill>
                  <a:srgbClr val="000000"/>
                </a:solidFill>
                <a:effectLst/>
                <a:uFillTx/>
                <a:latin typeface="Arial"/>
              </a:rPr>
              <a:t> racecar a Palindrome? " &lt;&lt; </a:t>
            </a:r>
            <a:r>
              <a:rPr lang="en-US" sz="2000" b="0" u="none" strike="noStrike" dirty="0" err="1">
                <a:solidFill>
                  <a:srgbClr val="000000"/>
                </a:solidFill>
                <a:effectLst/>
                <a:uFillTx/>
                <a:latin typeface="Arial"/>
              </a:rPr>
              <a:t>test_Palindrome</a:t>
            </a:r>
            <a:r>
              <a:rPr lang="en-US" sz="2000" b="0" u="none" strike="noStrike" dirty="0">
                <a:solidFill>
                  <a:srgbClr val="000000"/>
                </a:solidFill>
                <a:effectLst/>
                <a:uFillTx/>
                <a:latin typeface="Arial"/>
              </a:rPr>
              <a:t>("racecar");</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a:t>
            </a:r>
            <a:r>
              <a:rPr lang="en-US" sz="2000" b="0" u="none" strike="noStrike" dirty="0" err="1">
                <a:solidFill>
                  <a:srgbClr val="000000"/>
                </a:solidFill>
                <a:effectLst/>
                <a:uFillTx/>
                <a:latin typeface="Arial"/>
              </a:rPr>
              <a:t>nIs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abc</a:t>
            </a:r>
            <a:r>
              <a:rPr lang="en-US" sz="2000" b="0" u="none" strike="noStrike" dirty="0">
                <a:solidFill>
                  <a:srgbClr val="000000"/>
                </a:solidFill>
                <a:effectLst/>
                <a:uFillTx/>
                <a:latin typeface="Arial"/>
              </a:rPr>
              <a:t> a Palindrome? " &lt;&lt; </a:t>
            </a:r>
            <a:r>
              <a:rPr lang="en-US" sz="2000" b="0" u="none" strike="noStrike" dirty="0" err="1">
                <a:solidFill>
                  <a:srgbClr val="000000"/>
                </a:solidFill>
                <a:effectLst/>
                <a:uFillTx/>
                <a:latin typeface="Arial"/>
              </a:rPr>
              <a:t>test_Palindrome</a:t>
            </a:r>
            <a:r>
              <a:rPr lang="en-US" sz="2000" b="0" u="none" strike="noStrike" dirty="0">
                <a:solidFill>
                  <a:srgbClr val="000000"/>
                </a:solidFill>
                <a:effectLst/>
                <a:uFillTx/>
                <a:latin typeface="Arial"/>
              </a:rPr>
              <a:t>("</a:t>
            </a:r>
            <a:r>
              <a:rPr lang="en-US" sz="2000" b="0" u="none" strike="noStrike" dirty="0" err="1">
                <a:solidFill>
                  <a:srgbClr val="000000"/>
                </a:solidFill>
                <a:effectLst/>
                <a:uFillTx/>
                <a:latin typeface="Arial"/>
              </a:rPr>
              <a:t>abc</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return 0; // Return 0 to indicate successful completion</a:t>
            </a:r>
          </a:p>
        </p:txBody>
      </p:sp>
      <p:sp>
        <p:nvSpPr>
          <p:cNvPr id="144"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DBD5405-020D-4B10-BE35-A5050A205BCD}"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noRot="1" noChangeAspect="1"/>
          </p:cNvSpPr>
          <p:nvPr>
            <p:ph type="sldImg"/>
          </p:nvPr>
        </p:nvSpPr>
        <p:spPr>
          <a:xfrm>
            <a:off x="685800" y="1143000"/>
            <a:ext cx="5486400" cy="3086100"/>
          </a:xfrm>
          <a:prstGeom prst="rect">
            <a:avLst/>
          </a:prstGeom>
          <a:ln w="0">
            <a:noFill/>
          </a:ln>
        </p:spPr>
      </p:sp>
      <p:sp>
        <p:nvSpPr>
          <p:cNvPr id="1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#include &lt;iostream&gt;</a:t>
            </a:r>
          </a:p>
          <a:p>
            <a:pPr indent="0">
              <a:lnSpc>
                <a:spcPct val="100000"/>
              </a:lnSpc>
              <a:buNone/>
            </a:pPr>
            <a:r>
              <a:rPr lang="en-US" sz="2000" b="0" u="none" strike="noStrike" dirty="0">
                <a:solidFill>
                  <a:srgbClr val="000000"/>
                </a:solidFill>
                <a:effectLst/>
                <a:uFillTx/>
                <a:latin typeface="Arial"/>
              </a:rPr>
              <a:t>using namespace std;</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Function to convert an integer to its Roman numeral representation</a:t>
            </a:r>
          </a:p>
          <a:p>
            <a:pPr indent="0">
              <a:lnSpc>
                <a:spcPct val="100000"/>
              </a:lnSpc>
              <a:buNone/>
            </a:pPr>
            <a:r>
              <a:rPr lang="en-US" sz="2000" b="0" u="none" strike="noStrike" dirty="0">
                <a:solidFill>
                  <a:srgbClr val="000000"/>
                </a:solidFill>
                <a:effectLst/>
                <a:uFillTx/>
                <a:latin typeface="Arial"/>
              </a:rPr>
              <a:t>string </a:t>
            </a:r>
            <a:r>
              <a:rPr lang="en-US" sz="2000" b="0" u="none" strike="noStrike" dirty="0" err="1">
                <a:solidFill>
                  <a:srgbClr val="000000"/>
                </a:solidFill>
                <a:effectLst/>
                <a:uFillTx/>
                <a:latin typeface="Arial"/>
              </a:rPr>
              <a:t>integer_to_Roman</a:t>
            </a:r>
            <a:r>
              <a:rPr lang="en-US" sz="2000" b="0" u="none" strike="noStrike" dirty="0">
                <a:solidFill>
                  <a:srgbClr val="000000"/>
                </a:solidFill>
                <a:effectLst/>
                <a:uFillTx/>
                <a:latin typeface="Arial"/>
              </a:rPr>
              <a:t>(int n) {</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 Arrays holding Roman numeral symbols and their respective values</a:t>
            </a:r>
          </a:p>
          <a:p>
            <a:pPr indent="0">
              <a:lnSpc>
                <a:spcPct val="100000"/>
              </a:lnSpc>
              <a:buNone/>
            </a:pPr>
            <a:r>
              <a:rPr lang="en-US" sz="2000" b="0" u="none" strike="noStrike" dirty="0">
                <a:solidFill>
                  <a:srgbClr val="000000"/>
                </a:solidFill>
                <a:effectLst/>
                <a:uFillTx/>
                <a:latin typeface="Arial"/>
              </a:rPr>
              <a:t>    string </a:t>
            </a:r>
            <a:r>
              <a:rPr lang="en-US" sz="2000" b="0" u="none" strike="noStrike" dirty="0" err="1">
                <a:solidFill>
                  <a:srgbClr val="000000"/>
                </a:solidFill>
                <a:effectLst/>
                <a:uFillTx/>
                <a:latin typeface="Arial"/>
              </a:rPr>
              <a:t>str_romans</a:t>
            </a:r>
            <a:r>
              <a:rPr lang="en-US" sz="2000" b="0" u="none" strike="noStrike" dirty="0">
                <a:solidFill>
                  <a:srgbClr val="000000"/>
                </a:solidFill>
                <a:effectLst/>
                <a:uFillTx/>
                <a:latin typeface="Arial"/>
              </a:rPr>
              <a:t>[] = {"M", "CM", "D", "CD", "C", "XC", "L", "XL", "X", "IX", "V", "IV", "I"};</a:t>
            </a:r>
          </a:p>
          <a:p>
            <a:pPr indent="0">
              <a:lnSpc>
                <a:spcPct val="100000"/>
              </a:lnSpc>
              <a:buNone/>
            </a:pPr>
            <a:r>
              <a:rPr lang="en-US" sz="2000" b="0" u="none" strike="noStrike" dirty="0">
                <a:solidFill>
                  <a:srgbClr val="000000"/>
                </a:solidFill>
                <a:effectLst/>
                <a:uFillTx/>
                <a:latin typeface="Arial"/>
              </a:rPr>
              <a:t>    int values[] = {1000, 900, 500, 400, 100, 90, 50, 40, 10, 9, 5, 4, 1};</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 Initialize an empty string to hold the resulting Roman numeral</a:t>
            </a:r>
          </a:p>
          <a:p>
            <a:pPr indent="0">
              <a:lnSpc>
                <a:spcPct val="100000"/>
              </a:lnSpc>
              <a:buNone/>
            </a:pPr>
            <a:r>
              <a:rPr lang="en-US" sz="2000" b="0" u="none" strike="noStrike" dirty="0">
                <a:solidFill>
                  <a:srgbClr val="000000"/>
                </a:solidFill>
                <a:effectLst/>
                <a:uFillTx/>
                <a:latin typeface="Arial"/>
              </a:rPr>
              <a:t>    string result = "";</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 Loop through the values and corresponding Roman symbols</a:t>
            </a:r>
          </a:p>
          <a:p>
            <a:pPr indent="0">
              <a:lnSpc>
                <a:spcPct val="100000"/>
              </a:lnSpc>
              <a:buNone/>
            </a:pPr>
            <a:r>
              <a:rPr lang="en-US" sz="2000" b="0" u="none" strike="noStrike" dirty="0">
                <a:solidFill>
                  <a:srgbClr val="000000"/>
                </a:solidFill>
                <a:effectLst/>
                <a:uFillTx/>
                <a:latin typeface="Arial"/>
              </a:rPr>
              <a:t>    for (auto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 0;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&lt; 13; ++</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a:t>
            </a:r>
          </a:p>
          <a:p>
            <a:pPr indent="0">
              <a:lnSpc>
                <a:spcPct val="100000"/>
              </a:lnSpc>
              <a:buNone/>
            </a:pPr>
            <a:r>
              <a:rPr lang="en-US" sz="2000" b="0" u="none" strike="noStrike" dirty="0">
                <a:solidFill>
                  <a:srgbClr val="000000"/>
                </a:solidFill>
                <a:effectLst/>
                <a:uFillTx/>
                <a:latin typeface="Arial"/>
              </a:rPr>
              <a:t>        // While the current number is greater than or equal to the value</a:t>
            </a:r>
          </a:p>
          <a:p>
            <a:pPr indent="0">
              <a:lnSpc>
                <a:spcPct val="100000"/>
              </a:lnSpc>
              <a:buNone/>
            </a:pPr>
            <a:r>
              <a:rPr lang="en-US" sz="2000" b="0" u="none" strike="noStrike" dirty="0">
                <a:solidFill>
                  <a:srgbClr val="000000"/>
                </a:solidFill>
                <a:effectLst/>
                <a:uFillTx/>
                <a:latin typeface="Arial"/>
              </a:rPr>
              <a:t>        while(n - values[</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 &gt;= 0)</a:t>
            </a:r>
          </a:p>
          <a:p>
            <a:pPr indent="0">
              <a:lnSpc>
                <a:spcPct val="100000"/>
              </a:lnSpc>
              <a:buNone/>
            </a:pPr>
            <a:r>
              <a:rPr lang="en-US" sz="2000" b="0" u="none" strike="noStrike" dirty="0">
                <a:solidFill>
                  <a:srgbClr val="000000"/>
                </a:solidFill>
                <a:effectLst/>
                <a:uFillTx/>
                <a:latin typeface="Arial"/>
              </a:rPr>
              <a:t>        {</a:t>
            </a:r>
          </a:p>
          <a:p>
            <a:pPr indent="0">
              <a:lnSpc>
                <a:spcPct val="100000"/>
              </a:lnSpc>
              <a:buNone/>
            </a:pPr>
            <a:r>
              <a:rPr lang="en-US" sz="2000" b="0" u="none" strike="noStrike" dirty="0">
                <a:solidFill>
                  <a:srgbClr val="000000"/>
                </a:solidFill>
                <a:effectLst/>
                <a:uFillTx/>
                <a:latin typeface="Arial"/>
              </a:rPr>
              <a:t>            // Append the Roman symbol to the result and subtract the value from the number</a:t>
            </a:r>
          </a:p>
          <a:p>
            <a:pPr indent="0">
              <a:lnSpc>
                <a:spcPct val="100000"/>
              </a:lnSpc>
              <a:buNone/>
            </a:pPr>
            <a:r>
              <a:rPr lang="en-US" sz="2000" b="0" u="none" strike="noStrike" dirty="0">
                <a:solidFill>
                  <a:srgbClr val="000000"/>
                </a:solidFill>
                <a:effectLst/>
                <a:uFillTx/>
                <a:latin typeface="Arial"/>
              </a:rPr>
              <a:t>            result += </a:t>
            </a:r>
            <a:r>
              <a:rPr lang="en-US" sz="2000" b="0" u="none" strike="noStrike" dirty="0" err="1">
                <a:solidFill>
                  <a:srgbClr val="000000"/>
                </a:solidFill>
                <a:effectLst/>
                <a:uFillTx/>
                <a:latin typeface="Arial"/>
              </a:rPr>
              <a:t>str_romans</a:t>
            </a:r>
            <a:r>
              <a:rPr lang="en-US" sz="2000" b="0" u="none" strike="noStrike" dirty="0">
                <a:solidFill>
                  <a:srgbClr val="000000"/>
                </a:solidFill>
                <a:effectLst/>
                <a:uFillTx/>
                <a:latin typeface="Arial"/>
              </a:rPr>
              <a:t>[</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n -= values[</a:t>
            </a:r>
            <a:r>
              <a:rPr lang="en-US" sz="2000" b="0" u="none" strike="noStrike" dirty="0" err="1">
                <a:solidFill>
                  <a:srgbClr val="000000"/>
                </a:solidFill>
                <a:effectLst/>
                <a:uFillTx/>
                <a:latin typeface="Arial"/>
              </a:rPr>
              <a:t>i</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a:t>
            </a:r>
          </a:p>
          <a:p>
            <a:pPr indent="0">
              <a:lnSpc>
                <a:spcPct val="100000"/>
              </a:lnSpc>
              <a:buNone/>
            </a:pPr>
            <a:r>
              <a:rPr lang="en-US" sz="2000" b="0" u="none" strike="noStrike" dirty="0">
                <a:solidFill>
                  <a:srgbClr val="000000"/>
                </a:solidFill>
                <a:effectLst/>
                <a:uFillTx/>
                <a:latin typeface="Arial"/>
              </a:rPr>
              <a:t>    }</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 Return the resulting Roman numeral</a:t>
            </a:r>
          </a:p>
          <a:p>
            <a:pPr indent="0">
              <a:lnSpc>
                <a:spcPct val="100000"/>
              </a:lnSpc>
              <a:buNone/>
            </a:pPr>
            <a:r>
              <a:rPr lang="en-US" sz="2000" b="0" u="none" strike="noStrike" dirty="0">
                <a:solidFill>
                  <a:srgbClr val="000000"/>
                </a:solidFill>
                <a:effectLst/>
                <a:uFillTx/>
                <a:latin typeface="Arial"/>
              </a:rPr>
              <a:t>    return result;</a:t>
            </a:r>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 Main function to test the </a:t>
            </a:r>
            <a:r>
              <a:rPr lang="en-US" sz="2000" b="0" u="none" strike="noStrike" dirty="0" err="1">
                <a:solidFill>
                  <a:srgbClr val="000000"/>
                </a:solidFill>
                <a:effectLst/>
                <a:uFillTx/>
                <a:latin typeface="Arial"/>
              </a:rPr>
              <a:t>integer_to_Roman</a:t>
            </a:r>
            <a:r>
              <a:rPr lang="en-US" sz="2000" b="0" u="none" strike="noStrike" dirty="0">
                <a:solidFill>
                  <a:srgbClr val="000000"/>
                </a:solidFill>
                <a:effectLst/>
                <a:uFillTx/>
                <a:latin typeface="Arial"/>
              </a:rPr>
              <a:t> function</a:t>
            </a:r>
          </a:p>
          <a:p>
            <a:pPr indent="0">
              <a:lnSpc>
                <a:spcPct val="100000"/>
              </a:lnSpc>
              <a:buNone/>
            </a:pPr>
            <a:r>
              <a:rPr lang="en-US" sz="2000" b="0" u="none" strike="noStrike" dirty="0">
                <a:solidFill>
                  <a:srgbClr val="000000"/>
                </a:solidFill>
                <a:effectLst/>
                <a:uFillTx/>
                <a:latin typeface="Arial"/>
              </a:rPr>
              <a:t>int main()  </a:t>
            </a:r>
          </a:p>
          <a:p>
            <a:pPr indent="0">
              <a:lnSpc>
                <a:spcPct val="100000"/>
              </a:lnSpc>
              <a:buNone/>
            </a:pPr>
            <a:r>
              <a:rPr lang="en-US" sz="2000" b="0" u="none" strike="noStrike" dirty="0">
                <a:solidFill>
                  <a:srgbClr val="000000"/>
                </a:solidFill>
                <a:effectLst/>
                <a:uFillTx/>
                <a:latin typeface="Arial"/>
              </a:rPr>
              <a:t>{  </a:t>
            </a:r>
          </a:p>
          <a:p>
            <a:pPr indent="0">
              <a:lnSpc>
                <a:spcPct val="100000"/>
              </a:lnSpc>
              <a:buNone/>
            </a:pPr>
            <a:r>
              <a:rPr lang="en-US" sz="2000" b="0" u="none" strike="noStrike" dirty="0">
                <a:solidFill>
                  <a:srgbClr val="000000"/>
                </a:solidFill>
                <a:effectLst/>
                <a:uFillTx/>
                <a:latin typeface="Arial"/>
              </a:rPr>
              <a:t>    // Test cases to convert integers to Roman numerals using the </a:t>
            </a:r>
            <a:r>
              <a:rPr lang="en-US" sz="2000" b="0" u="none" strike="noStrike" dirty="0" err="1">
                <a:solidFill>
                  <a:srgbClr val="000000"/>
                </a:solidFill>
                <a:effectLst/>
                <a:uFillTx/>
                <a:latin typeface="Arial"/>
              </a:rPr>
              <a:t>integer_to_Roman</a:t>
            </a:r>
            <a:r>
              <a:rPr lang="en-US" sz="2000" b="0" u="none" strike="noStrike" dirty="0">
                <a:solidFill>
                  <a:srgbClr val="000000"/>
                </a:solidFill>
                <a:effectLst/>
                <a:uFillTx/>
                <a:latin typeface="Arial"/>
              </a:rPr>
              <a:t> function</a:t>
            </a:r>
          </a:p>
          <a:p>
            <a:pPr indent="0">
              <a:lnSpc>
                <a:spcPct val="100000"/>
              </a:lnSpc>
              <a:buNone/>
            </a:pPr>
            <a:r>
              <a:rPr lang="en-US" sz="2000" b="0" u="none" strike="noStrike" dirty="0">
                <a:solidFill>
                  <a:srgbClr val="000000"/>
                </a:solidFill>
                <a:effectLst/>
                <a:uFillTx/>
                <a:latin typeface="Arial"/>
              </a:rPr>
              <a:t>    int n = 7;</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"Integer " &lt;&lt; n &lt;&lt; " : Roman " &lt;&lt; </a:t>
            </a:r>
            <a:r>
              <a:rPr lang="en-US" sz="2000" b="0" u="none" strike="noStrike" dirty="0" err="1">
                <a:solidFill>
                  <a:srgbClr val="000000"/>
                </a:solidFill>
                <a:effectLst/>
                <a:uFillTx/>
                <a:latin typeface="Arial"/>
              </a:rPr>
              <a:t>integer_to_Roman</a:t>
            </a:r>
            <a:r>
              <a:rPr lang="en-US" sz="2000" b="0" u="none" strike="noStrike" dirty="0">
                <a:solidFill>
                  <a:srgbClr val="000000"/>
                </a:solidFill>
                <a:effectLst/>
                <a:uFillTx/>
                <a:latin typeface="Arial"/>
              </a:rPr>
              <a:t>(7) &lt;&lt; </a:t>
            </a:r>
            <a:r>
              <a:rPr lang="en-US" sz="2000" b="0" u="none" strike="noStrike" dirty="0" err="1">
                <a:solidFill>
                  <a:srgbClr val="000000"/>
                </a:solidFill>
                <a:effectLst/>
                <a:uFillTx/>
                <a:latin typeface="Arial"/>
              </a:rPr>
              <a:t>endl</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n = 19;</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"Integer " &lt;&lt; n &lt;&lt; " : Roman " &lt;&lt; </a:t>
            </a:r>
            <a:r>
              <a:rPr lang="en-US" sz="2000" b="0" u="none" strike="noStrike" dirty="0" err="1">
                <a:solidFill>
                  <a:srgbClr val="000000"/>
                </a:solidFill>
                <a:effectLst/>
                <a:uFillTx/>
                <a:latin typeface="Arial"/>
              </a:rPr>
              <a:t>integer_to_Roman</a:t>
            </a:r>
            <a:r>
              <a:rPr lang="en-US" sz="2000" b="0" u="none" strike="noStrike" dirty="0">
                <a:solidFill>
                  <a:srgbClr val="000000"/>
                </a:solidFill>
                <a:effectLst/>
                <a:uFillTx/>
                <a:latin typeface="Arial"/>
              </a:rPr>
              <a:t>(19) &lt;&lt; </a:t>
            </a:r>
            <a:r>
              <a:rPr lang="en-US" sz="2000" b="0" u="none" strike="noStrike" dirty="0" err="1">
                <a:solidFill>
                  <a:srgbClr val="000000"/>
                </a:solidFill>
                <a:effectLst/>
                <a:uFillTx/>
                <a:latin typeface="Arial"/>
              </a:rPr>
              <a:t>endl</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n = 789;</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"Integer " &lt;&lt; n &lt;&lt; " : Roman " &lt;&lt; </a:t>
            </a:r>
            <a:r>
              <a:rPr lang="en-US" sz="2000" b="0" u="none" strike="noStrike" dirty="0" err="1">
                <a:solidFill>
                  <a:srgbClr val="000000"/>
                </a:solidFill>
                <a:effectLst/>
                <a:uFillTx/>
                <a:latin typeface="Arial"/>
              </a:rPr>
              <a:t>integer_to_Roman</a:t>
            </a:r>
            <a:r>
              <a:rPr lang="en-US" sz="2000" b="0" u="none" strike="noStrike" dirty="0">
                <a:solidFill>
                  <a:srgbClr val="000000"/>
                </a:solidFill>
                <a:effectLst/>
                <a:uFillTx/>
                <a:latin typeface="Arial"/>
              </a:rPr>
              <a:t>(789) &lt;&lt; </a:t>
            </a:r>
            <a:r>
              <a:rPr lang="en-US" sz="2000" b="0" u="none" strike="noStrike" dirty="0" err="1">
                <a:solidFill>
                  <a:srgbClr val="000000"/>
                </a:solidFill>
                <a:effectLst/>
                <a:uFillTx/>
                <a:latin typeface="Arial"/>
              </a:rPr>
              <a:t>endl</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n = 1099;</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"Integer " &lt;&lt; n &lt;&lt; " : Roman " &lt;&lt; </a:t>
            </a:r>
            <a:r>
              <a:rPr lang="en-US" sz="2000" b="0" u="none" strike="noStrike" dirty="0" err="1">
                <a:solidFill>
                  <a:srgbClr val="000000"/>
                </a:solidFill>
                <a:effectLst/>
                <a:uFillTx/>
                <a:latin typeface="Arial"/>
              </a:rPr>
              <a:t>integer_to_Roman</a:t>
            </a:r>
            <a:r>
              <a:rPr lang="en-US" sz="2000" b="0" u="none" strike="noStrike" dirty="0">
                <a:solidFill>
                  <a:srgbClr val="000000"/>
                </a:solidFill>
                <a:effectLst/>
                <a:uFillTx/>
                <a:latin typeface="Arial"/>
              </a:rPr>
              <a:t>(1099) &lt;&lt; </a:t>
            </a:r>
            <a:r>
              <a:rPr lang="en-US" sz="2000" b="0" u="none" strike="noStrike" dirty="0" err="1">
                <a:solidFill>
                  <a:srgbClr val="000000"/>
                </a:solidFill>
                <a:effectLst/>
                <a:uFillTx/>
                <a:latin typeface="Arial"/>
              </a:rPr>
              <a:t>endl</a:t>
            </a:r>
            <a:r>
              <a:rPr lang="en-US" sz="2000" b="0" u="none" strike="noStrike" dirty="0">
                <a:solidFill>
                  <a:srgbClr val="000000"/>
                </a:solidFill>
                <a:effectLst/>
                <a:uFillTx/>
                <a:latin typeface="Arial"/>
              </a:rPr>
              <a:t>;</a:t>
            </a:r>
          </a:p>
          <a:p>
            <a:pPr indent="0">
              <a:lnSpc>
                <a:spcPct val="100000"/>
              </a:lnSpc>
              <a:buNone/>
            </a:pPr>
            <a:r>
              <a:rPr lang="en-US" sz="2000" b="0" u="none" strike="noStrike" dirty="0">
                <a:solidFill>
                  <a:srgbClr val="000000"/>
                </a:solidFill>
                <a:effectLst/>
                <a:uFillTx/>
                <a:latin typeface="Arial"/>
              </a:rPr>
              <a:t>    n = 23456;</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cout</a:t>
            </a:r>
            <a:r>
              <a:rPr lang="en-US" sz="2000" b="0" u="none" strike="noStrike" dirty="0">
                <a:solidFill>
                  <a:srgbClr val="000000"/>
                </a:solidFill>
                <a:effectLst/>
                <a:uFillTx/>
                <a:latin typeface="Arial"/>
              </a:rPr>
              <a:t> &lt;&lt; "Integer " &lt;&lt; n &lt;&lt; " : Roman " &lt;&lt; </a:t>
            </a:r>
            <a:r>
              <a:rPr lang="en-US" sz="2000" b="0" u="none" strike="noStrike" dirty="0" err="1">
                <a:solidFill>
                  <a:srgbClr val="000000"/>
                </a:solidFill>
                <a:effectLst/>
                <a:uFillTx/>
                <a:latin typeface="Arial"/>
              </a:rPr>
              <a:t>integer_to_Roman</a:t>
            </a:r>
            <a:r>
              <a:rPr lang="en-US" sz="2000" b="0" u="none" strike="noStrike" dirty="0">
                <a:solidFill>
                  <a:srgbClr val="000000"/>
                </a:solidFill>
                <a:effectLst/>
                <a:uFillTx/>
                <a:latin typeface="Arial"/>
              </a:rPr>
              <a:t>(23456) &lt;&lt; </a:t>
            </a:r>
            <a:r>
              <a:rPr lang="en-US" sz="2000" b="0" u="none" strike="noStrike" dirty="0" err="1">
                <a:solidFill>
                  <a:srgbClr val="000000"/>
                </a:solidFill>
                <a:effectLst/>
                <a:uFillTx/>
                <a:latin typeface="Arial"/>
              </a:rPr>
              <a:t>endl</a:t>
            </a:r>
            <a:r>
              <a:rPr lang="en-US" sz="2000" b="0" u="none" strike="noStrike" dirty="0">
                <a:solidFill>
                  <a:srgbClr val="000000"/>
                </a:solidFill>
                <a:effectLst/>
                <a:uFillTx/>
                <a:latin typeface="Arial"/>
              </a:rPr>
              <a:t>;			</a:t>
            </a:r>
          </a:p>
          <a:p>
            <a:pPr indent="0">
              <a:lnSpc>
                <a:spcPct val="100000"/>
              </a:lnSpc>
              <a:buNone/>
            </a:pPr>
            <a:r>
              <a:rPr lang="en-US" sz="2000" b="0" u="none" strike="noStrike" dirty="0">
                <a:solidFill>
                  <a:srgbClr val="000000"/>
                </a:solidFill>
                <a:effectLst/>
                <a:uFillTx/>
                <a:latin typeface="Arial"/>
              </a:rPr>
              <a:t>    return 0;  </a:t>
            </a:r>
          </a:p>
          <a:p>
            <a:pPr indent="0">
              <a:lnSpc>
                <a:spcPct val="100000"/>
              </a:lnSpc>
              <a:buNone/>
            </a:pPr>
            <a:r>
              <a:rPr lang="en-US" sz="2000" b="0" u="none" strike="noStrike" dirty="0">
                <a:solidFill>
                  <a:srgbClr val="000000"/>
                </a:solidFill>
                <a:effectLst/>
                <a:uFillTx/>
                <a:latin typeface="Arial"/>
              </a:rPr>
              <a:t>}</a:t>
            </a:r>
          </a:p>
        </p:txBody>
      </p:sp>
      <p:sp>
        <p:nvSpPr>
          <p:cNvPr id="147"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2CF39FB-2ECB-4B91-B81A-3DB73CD6D454}"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5DC4A93-2A8D-40BF-AEE9-1B6ECB1BAEE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6"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7"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8"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9"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100767D-E222-4EA4-A2A2-3ACDE4558B2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1"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2"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3"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4"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5B03E8A-FD2E-466F-B0A6-4D3AC34FA32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6"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7"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8"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9"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F375F2F-28BE-413C-92F3-3CEB87707CF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21"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Edit Master text styles</a:t>
            </a:r>
            <a:endParaRPr lang="en-US" sz="2400" b="0" u="none" strike="noStrike">
              <a:solidFill>
                <a:schemeClr val="dk1"/>
              </a:solidFill>
              <a:effectLst/>
              <a:uFillTx/>
              <a:latin typeface="Calibri"/>
            </a:endParaRPr>
          </a:p>
        </p:txBody>
      </p:sp>
      <p:sp>
        <p:nvSpPr>
          <p:cNvPr id="22"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3"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4"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E3ABCBA-2D25-4FE7-B8AA-423A6C2F12A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26"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27"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9"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0"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991ED70-2AA3-4CC9-AEFB-E3FC1994B06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32"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Edit Master text styles</a:t>
            </a:r>
            <a:endParaRPr lang="en-US" sz="2400" b="0" u="none" strike="noStrike">
              <a:solidFill>
                <a:schemeClr val="dk1"/>
              </a:solidFill>
              <a:effectLst/>
              <a:uFillTx/>
              <a:latin typeface="Calibri"/>
            </a:endParaRPr>
          </a:p>
        </p:txBody>
      </p:sp>
      <p:sp>
        <p:nvSpPr>
          <p:cNvPr id="33"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4"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Edit Master text styles</a:t>
            </a:r>
            <a:endParaRPr lang="en-US" sz="2400" b="0" u="none" strike="noStrike">
              <a:solidFill>
                <a:schemeClr val="dk1"/>
              </a:solidFill>
              <a:effectLst/>
              <a:uFillTx/>
              <a:latin typeface="Calibri"/>
            </a:endParaRPr>
          </a:p>
        </p:txBody>
      </p:sp>
      <p:sp>
        <p:nvSpPr>
          <p:cNvPr id="35"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6"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7"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8"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55A9FB6-248E-43F4-8C7F-C95EC21467E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40"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1"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2"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2400F8BA-FF2B-4CF6-862A-9107C75F6D4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4"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5"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278BFEC-40B3-4C76-8A7C-76A1EFEB19E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47"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Edit Master text styles</a:t>
            </a: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p>
        </p:txBody>
      </p:sp>
      <p:sp>
        <p:nvSpPr>
          <p:cNvPr id="48"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Edit Master text styles</a:t>
            </a:r>
          </a:p>
        </p:txBody>
      </p:sp>
      <p:sp>
        <p:nvSpPr>
          <p:cNvPr id="49"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0"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1"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912E2D8-D928-4D43-871D-E2C431B483A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53"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4"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Edit Master text styles</a:t>
            </a:r>
          </a:p>
        </p:txBody>
      </p:sp>
      <p:sp>
        <p:nvSpPr>
          <p:cNvPr id="55"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7"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A288EF1-B8BE-4B57-9738-92DCEDB4A6F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A9DD6-1992-9043-B714-E15FE04C36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EDF830-82BD-4940-B114-F3475445B00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A5361-471F-A044-BEBB-8CBAA6C2A5C6}"/>
              </a:ext>
            </a:extLst>
          </p:cNvPr>
          <p:cNvSpPr>
            <a:spLocks noGrp="1"/>
          </p:cNvSpPr>
          <p:nvPr>
            <p:ph type="dt" sz="half" idx="10"/>
          </p:nvPr>
        </p:nvSpPr>
        <p:spPr/>
        <p:txBody>
          <a:bodyPr/>
          <a:lstStyle/>
          <a:p>
            <a:fld id="{57E96451-C226-B344-86F8-72EFF8FC2CF7}" type="datetimeFigureOut">
              <a:rPr lang="en-US" smtClean="0"/>
              <a:t>2/26/2026</a:t>
            </a:fld>
            <a:endParaRPr lang="en-US"/>
          </a:p>
        </p:txBody>
      </p:sp>
      <p:sp>
        <p:nvSpPr>
          <p:cNvPr id="5" name="Footer Placeholder 4">
            <a:extLst>
              <a:ext uri="{FF2B5EF4-FFF2-40B4-BE49-F238E27FC236}">
                <a16:creationId xmlns:a16="http://schemas.microsoft.com/office/drawing/2014/main" id="{09941ED1-C88D-EA4F-B978-BEE093B025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952ADA-09B0-AE4B-879E-F1FD87E5108A}"/>
              </a:ext>
            </a:extLst>
          </p:cNvPr>
          <p:cNvSpPr>
            <a:spLocks noGrp="1"/>
          </p:cNvSpPr>
          <p:nvPr>
            <p:ph type="sldNum" sz="quarter" idx="12"/>
          </p:nvPr>
        </p:nvSpPr>
        <p:spPr/>
        <p:txBody>
          <a:bodyPr/>
          <a:lstStyle/>
          <a:p>
            <a:fld id="{6FF598C9-F933-014D-BDFC-ECF589F31129}" type="slidenum">
              <a:rPr lang="en-US" smtClean="0"/>
              <a:t>‹#›</a:t>
            </a:fld>
            <a:endParaRPr lang="en-US"/>
          </a:p>
        </p:txBody>
      </p:sp>
    </p:spTree>
    <p:extLst>
      <p:ext uri="{BB962C8B-B14F-4D97-AF65-F5344CB8AC3E}">
        <p14:creationId xmlns:p14="http://schemas.microsoft.com/office/powerpoint/2010/main" val="2278056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1523880" y="1166040"/>
            <a:ext cx="9143640" cy="1779120"/>
          </a:xfrm>
          <a:prstGeom prst="rect">
            <a:avLst/>
          </a:prstGeom>
          <a:noFill/>
          <a:ln w="0">
            <a:solidFill>
              <a:srgbClr val="000000"/>
            </a:solidFill>
          </a:ln>
        </p:spPr>
        <p:txBody>
          <a:bodyPr lIns="91440" tIns="45720" rIns="91440" bIns="45720" anchor="b">
            <a:noAutofit/>
          </a:bodyPr>
          <a:lstStyle/>
          <a:p>
            <a:pPr indent="0" algn="ctr" defTabSz="914400">
              <a:lnSpc>
                <a:spcPct val="90000"/>
              </a:lnSpc>
              <a:buNone/>
            </a:pPr>
            <a:r>
              <a:rPr lang="en-US" sz="6000" b="1" u="none" strike="noStrike">
                <a:solidFill>
                  <a:srgbClr val="0070C0"/>
                </a:solidFill>
                <a:effectLst/>
                <a:uFillTx/>
                <a:latin typeface="Calibri Light"/>
              </a:rPr>
              <a:t>Introduction to Computer Science and Programming</a:t>
            </a:r>
            <a:endParaRPr lang="en-US" sz="6000" b="0" u="none" strike="noStrike">
              <a:solidFill>
                <a:schemeClr val="dk1"/>
              </a:solidFill>
              <a:effectLst/>
              <a:uFillTx/>
              <a:latin typeface="Calibri"/>
            </a:endParaRPr>
          </a:p>
        </p:txBody>
      </p:sp>
      <p:sp>
        <p:nvSpPr>
          <p:cNvPr id="65" name="PlaceHolder 2"/>
          <p:cNvSpPr>
            <a:spLocks noGrp="1"/>
          </p:cNvSpPr>
          <p:nvPr>
            <p:ph type="subTitle"/>
          </p:nvPr>
        </p:nvSpPr>
        <p:spPr>
          <a:xfrm>
            <a:off x="1523880" y="3478680"/>
            <a:ext cx="9143640" cy="2391840"/>
          </a:xfrm>
          <a:prstGeom prst="rect">
            <a:avLst/>
          </a:prstGeom>
          <a:noFill/>
          <a:ln w="0">
            <a:noFill/>
          </a:ln>
        </p:spPr>
        <p:txBody>
          <a:bodyPr lIns="91440" tIns="45720" rIns="91440" bIns="45720" anchor="t">
            <a:normAutofit lnSpcReduction="9999"/>
          </a:bodyPr>
          <a:lstStyle/>
          <a:p>
            <a:pPr indent="0" algn="ctr" defTabSz="914400">
              <a:lnSpc>
                <a:spcPct val="90000"/>
              </a:lnSpc>
              <a:spcBef>
                <a:spcPts val="1001"/>
              </a:spcBef>
              <a:buNone/>
              <a:tabLst>
                <a:tab pos="0" algn="l"/>
              </a:tabLst>
            </a:pPr>
            <a:r>
              <a:rPr lang="en-US" sz="3200" b="1" u="none" strike="noStrike" dirty="0">
                <a:solidFill>
                  <a:schemeClr val="dk1"/>
                </a:solidFill>
                <a:effectLst/>
                <a:uFillTx/>
                <a:latin typeface="Calibri"/>
              </a:rPr>
              <a:t>Lab 1</a:t>
            </a:r>
            <a:r>
              <a:rPr lang="en-US" sz="3200" b="1" dirty="0">
                <a:solidFill>
                  <a:schemeClr val="dk1"/>
                </a:solidFill>
                <a:latin typeface="Calibri"/>
              </a:rPr>
              <a:t>1</a:t>
            </a:r>
            <a:r>
              <a:rPr lang="en-US" sz="3200" b="1" u="none" strike="noStrike" dirty="0">
                <a:solidFill>
                  <a:schemeClr val="dk1"/>
                </a:solidFill>
                <a:effectLst/>
                <a:uFillTx/>
                <a:latin typeface="Calibri"/>
              </a:rPr>
              <a:t> – C++ Functions</a:t>
            </a:r>
            <a:endParaRPr lang="en-US" sz="3200" b="0" u="none" strike="noStrike" dirty="0">
              <a:solidFill>
                <a:srgbClr val="000000"/>
              </a:solidFill>
              <a:effectLst/>
              <a:uFillTx/>
              <a:latin typeface="Arial"/>
            </a:endParaRPr>
          </a:p>
          <a:p>
            <a:pPr indent="0" algn="ctr" defTabSz="914400">
              <a:lnSpc>
                <a:spcPct val="90000"/>
              </a:lnSpc>
              <a:spcBef>
                <a:spcPts val="1001"/>
              </a:spcBef>
              <a:buNone/>
              <a:tabLst>
                <a:tab pos="0" algn="l"/>
              </a:tabLst>
            </a:pPr>
            <a:r>
              <a:rPr lang="en-US" sz="2800" b="0" u="none" strike="noStrike" dirty="0">
                <a:solidFill>
                  <a:schemeClr val="dk1"/>
                </a:solidFill>
                <a:effectLst/>
                <a:uFillTx/>
                <a:latin typeface="Calibri"/>
              </a:rPr>
              <a:t>Laboratory 11, February 26, 2026</a:t>
            </a:r>
            <a:endParaRPr lang="en-US" sz="2800" b="0" u="none" strike="noStrike" dirty="0">
              <a:solidFill>
                <a:srgbClr val="000000"/>
              </a:solidFill>
              <a:effectLst/>
              <a:uFillTx/>
              <a:latin typeface="Arial"/>
            </a:endParaRPr>
          </a:p>
          <a:p>
            <a:pPr indent="0" algn="ctr" defTabSz="914400">
              <a:lnSpc>
                <a:spcPct val="90000"/>
              </a:lnSpc>
              <a:spcBef>
                <a:spcPts val="1001"/>
              </a:spcBef>
              <a:buNone/>
              <a:tabLst>
                <a:tab pos="0" algn="l"/>
              </a:tabLst>
            </a:pPr>
            <a:endParaRPr lang="en-US" sz="2800" b="0" u="none" strike="noStrike" dirty="0">
              <a:solidFill>
                <a:srgbClr val="000000"/>
              </a:solidFill>
              <a:effectLst/>
              <a:uFillTx/>
              <a:latin typeface="Arial"/>
            </a:endParaRPr>
          </a:p>
          <a:p>
            <a:pPr indent="0" algn="ctr" defTabSz="914400">
              <a:lnSpc>
                <a:spcPct val="90000"/>
              </a:lnSpc>
              <a:spcBef>
                <a:spcPts val="1001"/>
              </a:spcBef>
              <a:buNone/>
              <a:tabLst>
                <a:tab pos="0" algn="l"/>
              </a:tabLst>
            </a:pPr>
            <a:r>
              <a:rPr lang="en-US" sz="2800" b="1" u="none" strike="noStrike" dirty="0">
                <a:solidFill>
                  <a:schemeClr val="dk1"/>
                </a:solidFill>
                <a:effectLst/>
                <a:uFillTx/>
                <a:latin typeface="Calibri"/>
              </a:rPr>
              <a:t>Muhammad Mohsin</a:t>
            </a:r>
            <a:endParaRPr lang="en-US" sz="2800" b="0" u="none" strike="noStrike" dirty="0">
              <a:solidFill>
                <a:srgbClr val="000000"/>
              </a:solidFill>
              <a:effectLst/>
              <a:uFillTx/>
              <a:latin typeface="Arial"/>
            </a:endParaRPr>
          </a:p>
          <a:p>
            <a:pPr indent="0" algn="ctr" defTabSz="914400">
              <a:lnSpc>
                <a:spcPct val="90000"/>
              </a:lnSpc>
              <a:spcBef>
                <a:spcPts val="1001"/>
              </a:spcBef>
              <a:buNone/>
              <a:tabLst>
                <a:tab pos="0" algn="l"/>
              </a:tabLst>
            </a:pPr>
            <a:r>
              <a:rPr lang="en-US" sz="2800" b="1" u="none" strike="noStrike" dirty="0">
                <a:solidFill>
                  <a:srgbClr val="C00000"/>
                </a:solidFill>
                <a:effectLst/>
                <a:uFillTx/>
                <a:latin typeface="Calibri"/>
              </a:rPr>
              <a:t>DIBRIS, University of Genova</a:t>
            </a:r>
            <a:endParaRPr lang="en-US" sz="28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ctr" defTabSz="914400">
              <a:lnSpc>
                <a:spcPct val="90000"/>
              </a:lnSpc>
              <a:buNone/>
            </a:pPr>
            <a:r>
              <a:rPr lang="en-US" sz="4400" b="1" u="none" strike="noStrike">
                <a:solidFill>
                  <a:schemeClr val="dk1"/>
                </a:solidFill>
                <a:effectLst/>
                <a:uFillTx/>
                <a:latin typeface="Calibri Light"/>
              </a:rPr>
              <a:t>Today…</a:t>
            </a:r>
            <a:endParaRPr lang="en-US" sz="4400" b="0" u="none" strike="noStrike">
              <a:solidFill>
                <a:schemeClr val="dk1"/>
              </a:solidFill>
              <a:effectLst/>
              <a:uFillTx/>
              <a:latin typeface="Calibri"/>
            </a:endParaRPr>
          </a:p>
        </p:txBody>
      </p:sp>
      <p:sp>
        <p:nvSpPr>
          <p:cNvPr id="67" name="PlaceHolder 2"/>
          <p:cNvSpPr>
            <a:spLocks noGrp="1"/>
          </p:cNvSpPr>
          <p:nvPr>
            <p:ph/>
          </p:nvPr>
        </p:nvSpPr>
        <p:spPr>
          <a:xfrm>
            <a:off x="574560" y="1596960"/>
            <a:ext cx="10778760" cy="4350960"/>
          </a:xfrm>
          <a:prstGeom prst="rect">
            <a:avLst/>
          </a:prstGeom>
          <a:noFill/>
          <a:ln w="0">
            <a:noFill/>
          </a:ln>
        </p:spPr>
        <p:txBody>
          <a:bodyPr lIns="91440" tIns="45720" rIns="91440" bIns="45720" anchor="t">
            <a:normAutofit/>
          </a:bodyPr>
          <a:lstStyle/>
          <a:p>
            <a:pPr indent="0" algn="just" defTabSz="914400">
              <a:lnSpc>
                <a:spcPct val="90000"/>
              </a:lnSpc>
              <a:spcBef>
                <a:spcPts val="1001"/>
              </a:spcBef>
              <a:buNone/>
              <a:tabLst>
                <a:tab pos="0" algn="l"/>
              </a:tabLst>
            </a:pPr>
            <a:r>
              <a:rPr lang="en-US" sz="2800" b="0" u="none" strike="noStrike">
                <a:solidFill>
                  <a:schemeClr val="dk1"/>
                </a:solidFill>
                <a:effectLst/>
                <a:uFillTx/>
                <a:latin typeface="Calibri"/>
              </a:rPr>
              <a:t>Today's lab is dedicated to </a:t>
            </a:r>
            <a:r>
              <a:rPr lang="en-US" sz="2800" b="1" u="none" strike="noStrike">
                <a:solidFill>
                  <a:srgbClr val="FF0000"/>
                </a:solidFill>
                <a:effectLst/>
                <a:uFillTx/>
                <a:latin typeface="Calibri"/>
              </a:rPr>
              <a:t>functions exercises in C++.</a:t>
            </a: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n-US" sz="2800" b="0" u="none" strike="noStrike">
                <a:solidFill>
                  <a:schemeClr val="dk1"/>
                </a:solidFill>
                <a:effectLst/>
                <a:uFillTx/>
                <a:latin typeface="Calibri"/>
              </a:rPr>
              <a:t>The exercises are divided into two categories: </a:t>
            </a:r>
            <a:r>
              <a:rPr lang="en-US" sz="2800" b="1" u="none" strike="noStrike">
                <a:solidFill>
                  <a:srgbClr val="FF0000"/>
                </a:solidFill>
                <a:effectLst/>
                <a:uFillTx/>
                <a:latin typeface="Calibri"/>
              </a:rPr>
              <a:t>easy</a:t>
            </a:r>
            <a:r>
              <a:rPr lang="en-US" sz="2800" b="0" u="none" strike="noStrike">
                <a:solidFill>
                  <a:schemeClr val="dk1"/>
                </a:solidFill>
                <a:effectLst/>
                <a:uFillTx/>
                <a:latin typeface="Calibri"/>
              </a:rPr>
              <a:t> ones for students who have never programmed before and </a:t>
            </a:r>
            <a:r>
              <a:rPr lang="en-US" sz="2800" b="1" u="none" strike="noStrike">
                <a:solidFill>
                  <a:srgbClr val="FF0000"/>
                </a:solidFill>
                <a:effectLst/>
                <a:uFillTx/>
                <a:latin typeface="Calibri"/>
              </a:rPr>
              <a:t>more complex </a:t>
            </a:r>
            <a:r>
              <a:rPr lang="en-US" sz="2800" b="0" u="none" strike="noStrike">
                <a:solidFill>
                  <a:schemeClr val="dk1"/>
                </a:solidFill>
                <a:effectLst/>
                <a:uFillTx/>
                <a:latin typeface="Calibri"/>
              </a:rPr>
              <a:t>ones for students who already have programming experience. The recommendation is to read both and then start with the ones that seem most appropriate.</a:t>
            </a:r>
            <a:r>
              <a:rPr lang="en-US" sz="2800" b="1" u="none" strike="noStrike">
                <a:solidFill>
                  <a:srgbClr val="FF0000"/>
                </a:solidFill>
                <a:effectLst/>
                <a:uFillTx/>
                <a:latin typeface="Calibri"/>
              </a:rPr>
              <a:t> </a:t>
            </a: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499"/>
              </a:spcBef>
              <a:buNone/>
              <a:tabLst>
                <a:tab pos="0" algn="l"/>
              </a:tabLst>
            </a:pPr>
            <a:endParaRPr lang="en-US" sz="24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499"/>
              </a:spcBef>
              <a:buNone/>
              <a:tabLst>
                <a:tab pos="0" algn="l"/>
              </a:tabLst>
            </a:pPr>
            <a:endParaRPr lang="en-US" sz="2400" b="0" u="none" strike="noStrike">
              <a:solidFill>
                <a:schemeClr val="dk1"/>
              </a:solidFill>
              <a:effectLst/>
              <a:uFillTx/>
              <a:latin typeface="Calibri"/>
            </a:endParaRPr>
          </a:p>
        </p:txBody>
      </p:sp>
      <p:pic>
        <p:nvPicPr>
          <p:cNvPr id="68" name="Picture 4" descr="A blue hexagon with white letters&#10;&#10;Description automatically generated"/>
          <p:cNvPicPr/>
          <p:nvPr/>
        </p:nvPicPr>
        <p:blipFill>
          <a:blip r:embed="rId3"/>
          <a:stretch/>
        </p:blipFill>
        <p:spPr>
          <a:xfrm>
            <a:off x="8330400" y="5007600"/>
            <a:ext cx="3785040" cy="1776960"/>
          </a:xfrm>
          <a:prstGeom prst="rect">
            <a:avLst/>
          </a:prstGeom>
          <a:noFill/>
          <a:ln w="0">
            <a:noFill/>
          </a:ln>
        </p:spPr>
      </p:pic>
      <p:pic>
        <p:nvPicPr>
          <p:cNvPr id="69" name="Picture 2"/>
          <p:cNvPicPr/>
          <p:nvPr/>
        </p:nvPicPr>
        <p:blipFill>
          <a:blip r:embed="rId4"/>
          <a:srcRect l="13837" t="9399" r="23649" b="14879"/>
          <a:stretch/>
        </p:blipFill>
        <p:spPr>
          <a:xfrm>
            <a:off x="574560" y="4735080"/>
            <a:ext cx="2986200" cy="194616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B3241-6F83-7DD9-B3F7-7D2F30DB69C4}"/>
              </a:ext>
            </a:extLst>
          </p:cNvPr>
          <p:cNvSpPr>
            <a:spLocks noGrp="1"/>
          </p:cNvSpPr>
          <p:nvPr>
            <p:ph type="title"/>
          </p:nvPr>
        </p:nvSpPr>
        <p:spPr/>
        <p:txBody>
          <a:bodyPr/>
          <a:lstStyle/>
          <a:p>
            <a:r>
              <a:rPr lang="en-US" dirty="0"/>
              <a:t>C++ language (commands covered so far)- Lecture Recap</a:t>
            </a:r>
            <a:br>
              <a:rPr lang="en-US" dirty="0"/>
            </a:br>
            <a:endParaRPr lang="en-US" dirty="0"/>
          </a:p>
        </p:txBody>
      </p:sp>
      <p:sp>
        <p:nvSpPr>
          <p:cNvPr id="5" name="Content Placeholder 2">
            <a:extLst>
              <a:ext uri="{FF2B5EF4-FFF2-40B4-BE49-F238E27FC236}">
                <a16:creationId xmlns:a16="http://schemas.microsoft.com/office/drawing/2014/main" id="{28EDBFFC-7BE5-1F93-FF5D-39CC4396DC8B}"/>
              </a:ext>
            </a:extLst>
          </p:cNvPr>
          <p:cNvSpPr txBox="1">
            <a:spLocks/>
          </p:cNvSpPr>
          <p:nvPr/>
        </p:nvSpPr>
        <p:spPr>
          <a:xfrm>
            <a:off x="838200" y="1711788"/>
            <a:ext cx="10515600" cy="4575175"/>
          </a:xfr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Variables (local and global)</a:t>
            </a:r>
          </a:p>
          <a:p>
            <a:r>
              <a:rPr lang="en-US" dirty="0"/>
              <a:t>Basic datatypes</a:t>
            </a:r>
          </a:p>
          <a:p>
            <a:pPr lvl="1"/>
            <a:r>
              <a:rPr lang="en-US" dirty="0"/>
              <a:t>Int, float, double, char, …</a:t>
            </a:r>
          </a:p>
          <a:p>
            <a:r>
              <a:rPr lang="en-US" dirty="0"/>
              <a:t>Blocks</a:t>
            </a:r>
          </a:p>
          <a:p>
            <a:pPr lvl="1"/>
            <a:r>
              <a:rPr lang="en-US" dirty="0"/>
              <a:t>{ … }</a:t>
            </a:r>
          </a:p>
          <a:p>
            <a:r>
              <a:rPr lang="en-US" dirty="0"/>
              <a:t>Control flow commands </a:t>
            </a:r>
          </a:p>
          <a:p>
            <a:pPr lvl="1"/>
            <a:r>
              <a:rPr lang="en-US" dirty="0"/>
              <a:t>If, If-else, nested If, Ternary operator, Switch</a:t>
            </a:r>
          </a:p>
          <a:p>
            <a:r>
              <a:rPr lang="en-US" dirty="0"/>
              <a:t>Loops </a:t>
            </a:r>
          </a:p>
          <a:p>
            <a:pPr lvl="1"/>
            <a:r>
              <a:rPr lang="en-US" dirty="0"/>
              <a:t>For, While, Do-While</a:t>
            </a:r>
          </a:p>
          <a:p>
            <a:r>
              <a:rPr lang="en-US" dirty="0" err="1"/>
              <a:t>cout</a:t>
            </a:r>
            <a:r>
              <a:rPr lang="en-US" dirty="0"/>
              <a:t> and </a:t>
            </a:r>
            <a:r>
              <a:rPr lang="en-US" dirty="0" err="1"/>
              <a:t>cin</a:t>
            </a:r>
            <a:r>
              <a:rPr lang="en-US" dirty="0"/>
              <a:t> commands</a:t>
            </a:r>
          </a:p>
          <a:p>
            <a:r>
              <a:rPr lang="en-US" dirty="0"/>
              <a:t>Strings</a:t>
            </a:r>
            <a:endParaRPr lang="it-IT" dirty="0"/>
          </a:p>
          <a:p>
            <a:r>
              <a:rPr lang="en-US" b="1" dirty="0">
                <a:solidFill>
                  <a:srgbClr val="1F04E8"/>
                </a:solidFill>
              </a:rPr>
              <a:t>Today: Functions</a:t>
            </a:r>
          </a:p>
        </p:txBody>
      </p:sp>
      <p:pic>
        <p:nvPicPr>
          <p:cNvPr id="6" name="Picture 2" descr="Loops in C++ - GeeksforGeeks">
            <a:extLst>
              <a:ext uri="{FF2B5EF4-FFF2-40B4-BE49-F238E27FC236}">
                <a16:creationId xmlns:a16="http://schemas.microsoft.com/office/drawing/2014/main" id="{899E27E6-AB87-668E-CC8E-14F61ADBCC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0640" y="4653597"/>
            <a:ext cx="4556760" cy="197763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diagram of a condition&#10;&#10;Description automatically generated">
            <a:extLst>
              <a:ext uri="{FF2B5EF4-FFF2-40B4-BE49-F238E27FC236}">
                <a16:creationId xmlns:a16="http://schemas.microsoft.com/office/drawing/2014/main" id="{B484239A-84EB-262A-51B6-C5F7759CB5FF}"/>
              </a:ext>
            </a:extLst>
          </p:cNvPr>
          <p:cNvPicPr>
            <a:picLocks noChangeAspect="1"/>
          </p:cNvPicPr>
          <p:nvPr/>
        </p:nvPicPr>
        <p:blipFill>
          <a:blip r:embed="rId4"/>
          <a:stretch>
            <a:fillRect/>
          </a:stretch>
        </p:blipFill>
        <p:spPr>
          <a:xfrm>
            <a:off x="6850824" y="1556845"/>
            <a:ext cx="4364247" cy="2961815"/>
          </a:xfrm>
          <a:prstGeom prst="rect">
            <a:avLst/>
          </a:prstGeom>
        </p:spPr>
      </p:pic>
    </p:spTree>
    <p:extLst>
      <p:ext uri="{BB962C8B-B14F-4D97-AF65-F5344CB8AC3E}">
        <p14:creationId xmlns:p14="http://schemas.microsoft.com/office/powerpoint/2010/main" val="941291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8B32EA-1ECD-407F-879E-7C1C20681759}"/>
              </a:ext>
            </a:extLst>
          </p:cNvPr>
          <p:cNvSpPr>
            <a:spLocks noGrp="1"/>
          </p:cNvSpPr>
          <p:nvPr>
            <p:ph type="title"/>
          </p:nvPr>
        </p:nvSpPr>
        <p:spPr>
          <a:xfrm>
            <a:off x="838200" y="148968"/>
            <a:ext cx="10515600" cy="1325563"/>
          </a:xfrm>
        </p:spPr>
        <p:txBody>
          <a:bodyPr/>
          <a:lstStyle/>
          <a:p>
            <a:pPr algn="ctr"/>
            <a:r>
              <a:rPr lang="it-IT" b="1" dirty="0" err="1"/>
              <a:t>Function</a:t>
            </a:r>
            <a:endParaRPr lang="it-IT" b="1" dirty="0"/>
          </a:p>
        </p:txBody>
      </p:sp>
      <p:sp>
        <p:nvSpPr>
          <p:cNvPr id="3" name="Segnaposto contenuto 2">
            <a:extLst>
              <a:ext uri="{FF2B5EF4-FFF2-40B4-BE49-F238E27FC236}">
                <a16:creationId xmlns:a16="http://schemas.microsoft.com/office/drawing/2014/main" id="{54E97875-F8D2-98C4-F6B7-382F57C3803E}"/>
              </a:ext>
            </a:extLst>
          </p:cNvPr>
          <p:cNvSpPr>
            <a:spLocks noGrp="1"/>
          </p:cNvSpPr>
          <p:nvPr>
            <p:ph idx="1"/>
          </p:nvPr>
        </p:nvSpPr>
        <p:spPr>
          <a:xfrm>
            <a:off x="781556" y="1253331"/>
            <a:ext cx="10515600" cy="4351338"/>
          </a:xfrm>
        </p:spPr>
        <p:txBody>
          <a:bodyPr>
            <a:normAutofit/>
          </a:bodyPr>
          <a:lstStyle/>
          <a:p>
            <a:pPr algn="just"/>
            <a:r>
              <a:rPr lang="en-US" dirty="0"/>
              <a:t>Functions can be used to </a:t>
            </a:r>
            <a:r>
              <a:rPr lang="en-US" b="1" dirty="0">
                <a:solidFill>
                  <a:srgbClr val="FF0000"/>
                </a:solidFill>
              </a:rPr>
              <a:t>define reusable code </a:t>
            </a:r>
            <a:r>
              <a:rPr lang="en-US" dirty="0"/>
              <a:t>and organize and </a:t>
            </a:r>
            <a:r>
              <a:rPr lang="en-US" b="1" dirty="0">
                <a:solidFill>
                  <a:srgbClr val="FF0000"/>
                </a:solidFill>
              </a:rPr>
              <a:t>simplify code</a:t>
            </a:r>
          </a:p>
          <a:p>
            <a:pPr algn="just"/>
            <a:r>
              <a:rPr lang="en-US" dirty="0"/>
              <a:t>Concept already seen in the first lessons at level of </a:t>
            </a:r>
            <a:r>
              <a:rPr lang="en-US" b="1" dirty="0">
                <a:solidFill>
                  <a:srgbClr val="1F04E8"/>
                </a:solidFill>
              </a:rPr>
              <a:t>Algorithm</a:t>
            </a:r>
            <a:r>
              <a:rPr lang="en-US" dirty="0"/>
              <a:t> and </a:t>
            </a:r>
            <a:r>
              <a:rPr lang="en-US" b="1" dirty="0" err="1">
                <a:solidFill>
                  <a:srgbClr val="1F04E8"/>
                </a:solidFill>
              </a:rPr>
              <a:t>EduBlocks</a:t>
            </a:r>
            <a:endParaRPr lang="en-US" b="1" dirty="0">
              <a:solidFill>
                <a:srgbClr val="1F04E8"/>
              </a:solidFill>
            </a:endParaRPr>
          </a:p>
          <a:p>
            <a:pPr algn="just"/>
            <a:r>
              <a:rPr lang="en-US" b="1" dirty="0"/>
              <a:t>**Problem**: </a:t>
            </a:r>
            <a:r>
              <a:rPr lang="en-US" dirty="0"/>
              <a:t>Given three integers, calculate the difference between the </a:t>
            </a:r>
            <a:r>
              <a:rPr lang="en-US" b="1" dirty="0">
                <a:solidFill>
                  <a:srgbClr val="FF0000"/>
                </a:solidFill>
              </a:rPr>
              <a:t>largest</a:t>
            </a:r>
            <a:r>
              <a:rPr lang="en-US" b="1" dirty="0"/>
              <a:t> </a:t>
            </a:r>
            <a:r>
              <a:rPr lang="en-US" dirty="0"/>
              <a:t>and the </a:t>
            </a:r>
            <a:r>
              <a:rPr lang="en-US" b="1" dirty="0">
                <a:solidFill>
                  <a:srgbClr val="002060"/>
                </a:solidFill>
              </a:rPr>
              <a:t>smallest</a:t>
            </a:r>
          </a:p>
          <a:p>
            <a:pPr algn="just"/>
            <a:endParaRPr lang="en-US" dirty="0"/>
          </a:p>
        </p:txBody>
      </p:sp>
      <p:pic>
        <p:nvPicPr>
          <p:cNvPr id="6" name="Picture 5">
            <a:extLst>
              <a:ext uri="{FF2B5EF4-FFF2-40B4-BE49-F238E27FC236}">
                <a16:creationId xmlns:a16="http://schemas.microsoft.com/office/drawing/2014/main" id="{2ED41EFD-7FCA-50FF-104A-52163B84AECA}"/>
              </a:ext>
            </a:extLst>
          </p:cNvPr>
          <p:cNvPicPr>
            <a:picLocks noChangeAspect="1"/>
          </p:cNvPicPr>
          <p:nvPr/>
        </p:nvPicPr>
        <p:blipFill>
          <a:blip r:embed="rId2"/>
          <a:stretch>
            <a:fillRect/>
          </a:stretch>
        </p:blipFill>
        <p:spPr>
          <a:xfrm>
            <a:off x="5785958" y="3595892"/>
            <a:ext cx="5685593" cy="3113139"/>
          </a:xfrm>
          <a:prstGeom prst="rect">
            <a:avLst/>
          </a:prstGeom>
        </p:spPr>
      </p:pic>
      <p:sp>
        <p:nvSpPr>
          <p:cNvPr id="5" name="TextBox 4">
            <a:extLst>
              <a:ext uri="{FF2B5EF4-FFF2-40B4-BE49-F238E27FC236}">
                <a16:creationId xmlns:a16="http://schemas.microsoft.com/office/drawing/2014/main" id="{A370E18F-A01A-0CCD-61BE-28FF4AC42932}"/>
              </a:ext>
            </a:extLst>
          </p:cNvPr>
          <p:cNvSpPr txBox="1"/>
          <p:nvPr/>
        </p:nvSpPr>
        <p:spPr>
          <a:xfrm>
            <a:off x="376294" y="6151955"/>
            <a:ext cx="8252460" cy="400110"/>
          </a:xfrm>
          <a:prstGeom prst="rect">
            <a:avLst/>
          </a:prstGeom>
          <a:noFill/>
        </p:spPr>
        <p:txBody>
          <a:bodyPr wrap="square">
            <a:spAutoFit/>
          </a:bodyPr>
          <a:lstStyle/>
          <a:p>
            <a:pPr>
              <a:buNone/>
            </a:pPr>
            <a:r>
              <a:rPr lang="en-US" sz="2000" b="1" dirty="0">
                <a:latin typeface="Dreaming Outloud Pro" panose="03050502040302030504" pitchFamily="66" charset="0"/>
                <a:cs typeface="Dreaming Outloud Pro" panose="03050502040302030504" pitchFamily="66" charset="0"/>
              </a:rPr>
              <a:t>It is a portion of code to which we can give a name and call (invoke) it</a:t>
            </a:r>
          </a:p>
        </p:txBody>
      </p:sp>
    </p:spTree>
    <p:extLst>
      <p:ext uri="{BB962C8B-B14F-4D97-AF65-F5344CB8AC3E}">
        <p14:creationId xmlns:p14="http://schemas.microsoft.com/office/powerpoint/2010/main" val="2989009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8B32EA-1ECD-407F-879E-7C1C20681759}"/>
              </a:ext>
            </a:extLst>
          </p:cNvPr>
          <p:cNvSpPr>
            <a:spLocks noGrp="1"/>
          </p:cNvSpPr>
          <p:nvPr>
            <p:ph type="title"/>
          </p:nvPr>
        </p:nvSpPr>
        <p:spPr>
          <a:xfrm>
            <a:off x="838200" y="374489"/>
            <a:ext cx="10515600" cy="1325563"/>
          </a:xfrm>
        </p:spPr>
        <p:txBody>
          <a:bodyPr/>
          <a:lstStyle/>
          <a:p>
            <a:pPr algn="ctr"/>
            <a:r>
              <a:rPr lang="it-IT" b="1" dirty="0" err="1"/>
              <a:t>Example</a:t>
            </a:r>
            <a:endParaRPr lang="it-IT" b="1" dirty="0"/>
          </a:p>
        </p:txBody>
      </p:sp>
      <p:sp>
        <p:nvSpPr>
          <p:cNvPr id="7" name="Text Box 6">
            <a:extLst>
              <a:ext uri="{FF2B5EF4-FFF2-40B4-BE49-F238E27FC236}">
                <a16:creationId xmlns:a16="http://schemas.microsoft.com/office/drawing/2014/main" id="{64E3B5C3-453C-C2AA-D590-72A201F03360}"/>
              </a:ext>
            </a:extLst>
          </p:cNvPr>
          <p:cNvSpPr txBox="1">
            <a:spLocks noChangeArrowheads="1"/>
          </p:cNvSpPr>
          <p:nvPr/>
        </p:nvSpPr>
        <p:spPr bwMode="auto">
          <a:xfrm>
            <a:off x="1330700" y="1306835"/>
            <a:ext cx="8870950" cy="5262563"/>
          </a:xfrm>
          <a:prstGeom prst="rect">
            <a:avLst/>
          </a:prstGeom>
          <a:solidFill>
            <a:schemeClr val="accent5">
              <a:lumMod val="20000"/>
              <a:lumOff val="80000"/>
            </a:schemeClr>
          </a:solidFill>
          <a:ln>
            <a:noFill/>
          </a:ln>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r>
              <a:rPr lang="en-US" altLang="en-US" sz="2400" b="1" dirty="0" err="1">
                <a:latin typeface="Courier New" pitchFamily="49" charset="0"/>
              </a:rPr>
              <a:t>int</a:t>
            </a:r>
            <a:r>
              <a:rPr lang="en-US" altLang="en-US" sz="2400" b="1" dirty="0">
                <a:latin typeface="Courier New" pitchFamily="49" charset="0"/>
              </a:rPr>
              <a:t> sum = </a:t>
            </a:r>
            <a:r>
              <a:rPr lang="en-US" altLang="en-US" sz="2400" b="1" dirty="0">
                <a:solidFill>
                  <a:srgbClr val="0070C0"/>
                </a:solidFill>
                <a:latin typeface="Courier New" pitchFamily="49" charset="0"/>
              </a:rPr>
              <a:t>0</a:t>
            </a:r>
            <a:r>
              <a:rPr lang="en-US" altLang="en-US" sz="2400" b="1" dirty="0">
                <a:latin typeface="Courier New" pitchFamily="49" charset="0"/>
              </a:rPr>
              <a:t>;</a:t>
            </a:r>
          </a:p>
          <a:p>
            <a:pPr>
              <a:spcBef>
                <a:spcPct val="0"/>
              </a:spcBef>
              <a:buClrTx/>
              <a:buSzTx/>
              <a:buFontTx/>
              <a:buNone/>
            </a:pPr>
            <a:r>
              <a:rPr lang="en-US" altLang="en-US" sz="2400" b="1" dirty="0">
                <a:latin typeface="Courier New" pitchFamily="49" charset="0"/>
              </a:rPr>
              <a:t>for (</a:t>
            </a:r>
            <a:r>
              <a:rPr lang="en-US" altLang="en-US" sz="2400" b="1" dirty="0" err="1">
                <a:latin typeface="Courier New" pitchFamily="49" charset="0"/>
              </a:rPr>
              <a:t>int</a:t>
            </a:r>
            <a:r>
              <a:rPr lang="en-US" altLang="en-US" sz="2400" b="1" dirty="0">
                <a:latin typeface="Courier New" pitchFamily="49" charset="0"/>
              </a:rPr>
              <a:t> </a:t>
            </a:r>
            <a:r>
              <a:rPr lang="en-US" altLang="en-US" sz="2400" b="1" dirty="0" err="1">
                <a:latin typeface="Courier New" pitchFamily="49" charset="0"/>
              </a:rPr>
              <a:t>i</a:t>
            </a:r>
            <a:r>
              <a:rPr lang="en-US" altLang="en-US" sz="2400" b="1" dirty="0">
                <a:latin typeface="Courier New" pitchFamily="49" charset="0"/>
              </a:rPr>
              <a:t> = </a:t>
            </a:r>
            <a:r>
              <a:rPr lang="en-US" altLang="en-US" sz="2400" b="1" dirty="0">
                <a:solidFill>
                  <a:srgbClr val="0070C0"/>
                </a:solidFill>
                <a:latin typeface="Courier New" pitchFamily="49" charset="0"/>
              </a:rPr>
              <a:t>1</a:t>
            </a:r>
            <a:r>
              <a:rPr lang="en-US" altLang="en-US" sz="2400" b="1" dirty="0">
                <a:latin typeface="Courier New" pitchFamily="49" charset="0"/>
              </a:rPr>
              <a:t>; </a:t>
            </a:r>
            <a:r>
              <a:rPr lang="en-US" altLang="en-US" sz="2400" b="1" dirty="0" err="1">
                <a:latin typeface="Courier New" pitchFamily="49" charset="0"/>
              </a:rPr>
              <a:t>i</a:t>
            </a:r>
            <a:r>
              <a:rPr lang="en-US" altLang="en-US" sz="2400" b="1" dirty="0">
                <a:latin typeface="Courier New" pitchFamily="49" charset="0"/>
              </a:rPr>
              <a:t> &lt;= </a:t>
            </a:r>
            <a:r>
              <a:rPr lang="en-US" altLang="en-US" sz="2400" b="1" dirty="0">
                <a:solidFill>
                  <a:srgbClr val="0070C0"/>
                </a:solidFill>
                <a:latin typeface="Courier New" pitchFamily="49" charset="0"/>
              </a:rPr>
              <a:t>10</a:t>
            </a:r>
            <a:r>
              <a:rPr lang="en-US" altLang="en-US" sz="2400" b="1" dirty="0">
                <a:latin typeface="Courier New" pitchFamily="49" charset="0"/>
              </a:rPr>
              <a:t>; </a:t>
            </a:r>
            <a:r>
              <a:rPr lang="en-US" altLang="en-US" sz="2400" b="1" dirty="0" err="1">
                <a:latin typeface="Courier New" pitchFamily="49" charset="0"/>
              </a:rPr>
              <a:t>i</a:t>
            </a:r>
            <a:r>
              <a:rPr lang="en-US" altLang="en-US" sz="2400" b="1" dirty="0">
                <a:latin typeface="Courier New" pitchFamily="49" charset="0"/>
              </a:rPr>
              <a:t>++)</a:t>
            </a:r>
          </a:p>
          <a:p>
            <a:pPr>
              <a:spcBef>
                <a:spcPct val="0"/>
              </a:spcBef>
              <a:buClrTx/>
              <a:buSzTx/>
              <a:buFontTx/>
              <a:buNone/>
            </a:pPr>
            <a:r>
              <a:rPr lang="en-US" altLang="en-US" sz="2400" b="1" dirty="0">
                <a:latin typeface="Courier New" pitchFamily="49" charset="0"/>
              </a:rPr>
              <a:t>  sum += </a:t>
            </a:r>
            <a:r>
              <a:rPr lang="en-US" altLang="en-US" sz="2400" b="1" dirty="0" err="1">
                <a:latin typeface="Courier New" pitchFamily="49" charset="0"/>
              </a:rPr>
              <a:t>i</a:t>
            </a:r>
            <a:r>
              <a:rPr lang="en-US" altLang="en-US" sz="2400" b="1" dirty="0">
                <a:latin typeface="Courier New" pitchFamily="49" charset="0"/>
              </a:rPr>
              <a:t>;</a:t>
            </a:r>
          </a:p>
          <a:p>
            <a:pPr>
              <a:spcBef>
                <a:spcPct val="0"/>
              </a:spcBef>
              <a:buClrTx/>
              <a:buSzTx/>
              <a:buFontTx/>
              <a:buNone/>
            </a:pPr>
            <a:r>
              <a:rPr lang="en-US" altLang="en-US" sz="2400" b="1" dirty="0" err="1">
                <a:latin typeface="Courier New" pitchFamily="49" charset="0"/>
              </a:rPr>
              <a:t>cout</a:t>
            </a:r>
            <a:r>
              <a:rPr lang="en-US" altLang="en-US" sz="2400" b="1" dirty="0">
                <a:latin typeface="Courier New" pitchFamily="49" charset="0"/>
              </a:rPr>
              <a:t> &lt;&lt; </a:t>
            </a:r>
            <a:r>
              <a:rPr lang="en-US" altLang="en-US" sz="2400" b="1" dirty="0">
                <a:solidFill>
                  <a:srgbClr val="0070C0"/>
                </a:solidFill>
                <a:latin typeface="Courier New" pitchFamily="49" charset="0"/>
              </a:rPr>
              <a:t>"Sum from 1 to 10 is </a:t>
            </a:r>
            <a:r>
              <a:rPr lang="en-US" altLang="en-US" sz="2400" b="1" dirty="0">
                <a:latin typeface="Courier New" pitchFamily="49" charset="0"/>
              </a:rPr>
              <a:t>" &lt;&lt; sum &lt;&lt; </a:t>
            </a:r>
            <a:r>
              <a:rPr lang="en-US" altLang="en-US" sz="2400" b="1" dirty="0" err="1">
                <a:latin typeface="Courier New" pitchFamily="49" charset="0"/>
              </a:rPr>
              <a:t>endl</a:t>
            </a:r>
            <a:r>
              <a:rPr lang="en-US" altLang="en-US" sz="2400" b="1" dirty="0">
                <a:latin typeface="Courier New" pitchFamily="49" charset="0"/>
              </a:rPr>
              <a:t>;</a:t>
            </a:r>
          </a:p>
          <a:p>
            <a:pPr>
              <a:spcBef>
                <a:spcPct val="0"/>
              </a:spcBef>
              <a:buClrTx/>
              <a:buSzTx/>
              <a:buFontTx/>
              <a:buNone/>
            </a:pPr>
            <a:endParaRPr lang="en-US" altLang="en-US" sz="2400" b="1" dirty="0">
              <a:latin typeface="Courier New" pitchFamily="49" charset="0"/>
            </a:endParaRPr>
          </a:p>
          <a:p>
            <a:pPr>
              <a:spcBef>
                <a:spcPct val="0"/>
              </a:spcBef>
              <a:buClrTx/>
              <a:buSzTx/>
              <a:buFontTx/>
              <a:buNone/>
            </a:pPr>
            <a:r>
              <a:rPr lang="en-US" altLang="en-US" sz="2400" b="1" dirty="0">
                <a:latin typeface="Courier New" pitchFamily="49" charset="0"/>
              </a:rPr>
              <a:t>sum = </a:t>
            </a:r>
            <a:r>
              <a:rPr lang="en-US" altLang="en-US" sz="2400" b="1" dirty="0">
                <a:solidFill>
                  <a:srgbClr val="0070C0"/>
                </a:solidFill>
                <a:latin typeface="Courier New" pitchFamily="49" charset="0"/>
              </a:rPr>
              <a:t>0</a:t>
            </a:r>
            <a:r>
              <a:rPr lang="en-US" altLang="en-US" sz="2400" b="1" dirty="0">
                <a:latin typeface="Courier New" pitchFamily="49" charset="0"/>
              </a:rPr>
              <a:t>;</a:t>
            </a:r>
          </a:p>
          <a:p>
            <a:pPr>
              <a:spcBef>
                <a:spcPct val="0"/>
              </a:spcBef>
              <a:buClrTx/>
              <a:buSzTx/>
              <a:buFontTx/>
              <a:buNone/>
            </a:pPr>
            <a:r>
              <a:rPr lang="en-US" altLang="en-US" sz="2400" b="1" dirty="0">
                <a:latin typeface="Courier New" pitchFamily="49" charset="0"/>
              </a:rPr>
              <a:t>for (</a:t>
            </a:r>
            <a:r>
              <a:rPr lang="en-US" altLang="en-US" sz="2400" b="1" dirty="0" err="1">
                <a:latin typeface="Courier New" pitchFamily="49" charset="0"/>
              </a:rPr>
              <a:t>int</a:t>
            </a:r>
            <a:r>
              <a:rPr lang="en-US" altLang="en-US" sz="2400" b="1" dirty="0">
                <a:latin typeface="Courier New" pitchFamily="49" charset="0"/>
              </a:rPr>
              <a:t> </a:t>
            </a:r>
            <a:r>
              <a:rPr lang="en-US" altLang="en-US" sz="2400" b="1" dirty="0" err="1">
                <a:latin typeface="Courier New" pitchFamily="49" charset="0"/>
              </a:rPr>
              <a:t>i</a:t>
            </a:r>
            <a:r>
              <a:rPr lang="en-US" altLang="en-US" sz="2400" b="1" dirty="0">
                <a:latin typeface="Courier New" pitchFamily="49" charset="0"/>
              </a:rPr>
              <a:t> = </a:t>
            </a:r>
            <a:r>
              <a:rPr lang="en-US" altLang="en-US" sz="2400" b="1" dirty="0">
                <a:solidFill>
                  <a:srgbClr val="0070C0"/>
                </a:solidFill>
                <a:latin typeface="Courier New" pitchFamily="49" charset="0"/>
              </a:rPr>
              <a:t>20</a:t>
            </a:r>
            <a:r>
              <a:rPr lang="en-US" altLang="en-US" sz="2400" b="1" dirty="0">
                <a:latin typeface="Courier New" pitchFamily="49" charset="0"/>
              </a:rPr>
              <a:t>; </a:t>
            </a:r>
            <a:r>
              <a:rPr lang="en-US" altLang="en-US" sz="2400" b="1" dirty="0" err="1">
                <a:latin typeface="Courier New" pitchFamily="49" charset="0"/>
              </a:rPr>
              <a:t>i</a:t>
            </a:r>
            <a:r>
              <a:rPr lang="en-US" altLang="en-US" sz="2400" b="1" dirty="0">
                <a:latin typeface="Courier New" pitchFamily="49" charset="0"/>
              </a:rPr>
              <a:t> &lt;= </a:t>
            </a:r>
            <a:r>
              <a:rPr lang="en-US" altLang="en-US" sz="2400" b="1" dirty="0">
                <a:solidFill>
                  <a:srgbClr val="0070C0"/>
                </a:solidFill>
                <a:latin typeface="Courier New" pitchFamily="49" charset="0"/>
              </a:rPr>
              <a:t>37</a:t>
            </a:r>
            <a:r>
              <a:rPr lang="en-US" altLang="en-US" sz="2400" b="1" dirty="0">
                <a:latin typeface="Courier New" pitchFamily="49" charset="0"/>
              </a:rPr>
              <a:t>; </a:t>
            </a:r>
            <a:r>
              <a:rPr lang="en-US" altLang="en-US" sz="2400" b="1" dirty="0" err="1">
                <a:latin typeface="Courier New" pitchFamily="49" charset="0"/>
              </a:rPr>
              <a:t>i</a:t>
            </a:r>
            <a:r>
              <a:rPr lang="en-US" altLang="en-US" sz="2400" b="1" dirty="0">
                <a:latin typeface="Courier New" pitchFamily="49" charset="0"/>
              </a:rPr>
              <a:t>++)</a:t>
            </a:r>
          </a:p>
          <a:p>
            <a:pPr>
              <a:spcBef>
                <a:spcPct val="0"/>
              </a:spcBef>
              <a:buClrTx/>
              <a:buSzTx/>
              <a:buFontTx/>
              <a:buNone/>
            </a:pPr>
            <a:r>
              <a:rPr lang="en-US" altLang="en-US" sz="2400" b="1" dirty="0">
                <a:latin typeface="Courier New" pitchFamily="49" charset="0"/>
              </a:rPr>
              <a:t>  sum += </a:t>
            </a:r>
            <a:r>
              <a:rPr lang="en-US" altLang="en-US" sz="2400" b="1" dirty="0" err="1">
                <a:latin typeface="Courier New" pitchFamily="49" charset="0"/>
              </a:rPr>
              <a:t>i</a:t>
            </a:r>
            <a:r>
              <a:rPr lang="en-US" altLang="en-US" sz="2400" b="1" dirty="0">
                <a:latin typeface="Courier New" pitchFamily="49" charset="0"/>
              </a:rPr>
              <a:t>;</a:t>
            </a:r>
          </a:p>
          <a:p>
            <a:pPr>
              <a:spcBef>
                <a:spcPct val="0"/>
              </a:spcBef>
              <a:buClrTx/>
              <a:buSzTx/>
              <a:buFontTx/>
              <a:buNone/>
            </a:pPr>
            <a:r>
              <a:rPr lang="en-US" altLang="en-US" sz="2400" b="1" dirty="0" err="1">
                <a:latin typeface="Courier New" pitchFamily="49" charset="0"/>
              </a:rPr>
              <a:t>cout</a:t>
            </a:r>
            <a:r>
              <a:rPr lang="en-US" altLang="en-US" sz="2400" b="1" dirty="0">
                <a:latin typeface="Courier New" pitchFamily="49" charset="0"/>
              </a:rPr>
              <a:t> &lt;&lt; </a:t>
            </a:r>
            <a:r>
              <a:rPr lang="en-US" altLang="en-US" sz="2400" b="1" dirty="0">
                <a:solidFill>
                  <a:srgbClr val="0070C0"/>
                </a:solidFill>
                <a:latin typeface="Courier New" pitchFamily="49" charset="0"/>
              </a:rPr>
              <a:t>"Sum from 20 to 37 is " </a:t>
            </a:r>
            <a:r>
              <a:rPr lang="en-US" altLang="en-US" sz="2400" b="1" dirty="0">
                <a:latin typeface="Courier New" pitchFamily="49" charset="0"/>
              </a:rPr>
              <a:t>&lt;&lt; sum &lt;&lt; </a:t>
            </a:r>
            <a:r>
              <a:rPr lang="en-US" altLang="en-US" sz="2400" b="1" dirty="0" err="1">
                <a:latin typeface="Courier New" pitchFamily="49" charset="0"/>
              </a:rPr>
              <a:t>endl</a:t>
            </a:r>
            <a:r>
              <a:rPr lang="en-US" altLang="en-US" sz="2400" b="1" dirty="0">
                <a:latin typeface="Courier New" pitchFamily="49" charset="0"/>
              </a:rPr>
              <a:t>;</a:t>
            </a:r>
          </a:p>
          <a:p>
            <a:pPr>
              <a:spcBef>
                <a:spcPct val="0"/>
              </a:spcBef>
              <a:buClrTx/>
              <a:buSzTx/>
              <a:buFontTx/>
              <a:buNone/>
            </a:pPr>
            <a:endParaRPr lang="en-US" altLang="en-US" sz="2400" b="1" dirty="0">
              <a:latin typeface="Courier New" pitchFamily="49" charset="0"/>
            </a:endParaRPr>
          </a:p>
          <a:p>
            <a:pPr>
              <a:spcBef>
                <a:spcPct val="0"/>
              </a:spcBef>
              <a:buClrTx/>
              <a:buSzTx/>
              <a:buFontTx/>
              <a:buNone/>
            </a:pPr>
            <a:r>
              <a:rPr lang="en-US" altLang="en-US" sz="2400" b="1" dirty="0">
                <a:latin typeface="Courier New" pitchFamily="49" charset="0"/>
              </a:rPr>
              <a:t>sum = </a:t>
            </a:r>
            <a:r>
              <a:rPr lang="en-US" altLang="en-US" sz="2400" b="1" dirty="0">
                <a:solidFill>
                  <a:srgbClr val="0070C0"/>
                </a:solidFill>
                <a:latin typeface="Courier New" pitchFamily="49" charset="0"/>
              </a:rPr>
              <a:t>0</a:t>
            </a:r>
            <a:r>
              <a:rPr lang="en-US" altLang="en-US" sz="2400" b="1" dirty="0">
                <a:latin typeface="Courier New" pitchFamily="49" charset="0"/>
              </a:rPr>
              <a:t>;</a:t>
            </a:r>
          </a:p>
          <a:p>
            <a:pPr>
              <a:spcBef>
                <a:spcPct val="0"/>
              </a:spcBef>
              <a:buClrTx/>
              <a:buSzTx/>
              <a:buFontTx/>
              <a:buNone/>
            </a:pPr>
            <a:r>
              <a:rPr lang="en-US" altLang="en-US" sz="2400" b="1" dirty="0">
                <a:latin typeface="Courier New" pitchFamily="49" charset="0"/>
              </a:rPr>
              <a:t>for (</a:t>
            </a:r>
            <a:r>
              <a:rPr lang="en-US" altLang="en-US" sz="2400" b="1" dirty="0" err="1">
                <a:latin typeface="Courier New" pitchFamily="49" charset="0"/>
              </a:rPr>
              <a:t>int</a:t>
            </a:r>
            <a:r>
              <a:rPr lang="en-US" altLang="en-US" sz="2400" b="1" dirty="0">
                <a:latin typeface="Courier New" pitchFamily="49" charset="0"/>
              </a:rPr>
              <a:t> </a:t>
            </a:r>
            <a:r>
              <a:rPr lang="en-US" altLang="en-US" sz="2400" b="1" dirty="0" err="1">
                <a:latin typeface="Courier New" pitchFamily="49" charset="0"/>
              </a:rPr>
              <a:t>i</a:t>
            </a:r>
            <a:r>
              <a:rPr lang="en-US" altLang="en-US" sz="2400" b="1" dirty="0">
                <a:latin typeface="Courier New" pitchFamily="49" charset="0"/>
              </a:rPr>
              <a:t> = </a:t>
            </a:r>
            <a:r>
              <a:rPr lang="en-US" altLang="en-US" sz="2400" b="1" dirty="0">
                <a:solidFill>
                  <a:srgbClr val="0070C0"/>
                </a:solidFill>
                <a:latin typeface="Courier New" pitchFamily="49" charset="0"/>
              </a:rPr>
              <a:t>35</a:t>
            </a:r>
            <a:r>
              <a:rPr lang="en-US" altLang="en-US" sz="2400" b="1" dirty="0">
                <a:latin typeface="Courier New" pitchFamily="49" charset="0"/>
              </a:rPr>
              <a:t>; </a:t>
            </a:r>
            <a:r>
              <a:rPr lang="en-US" altLang="en-US" sz="2400" b="1" dirty="0" err="1">
                <a:latin typeface="Courier New" pitchFamily="49" charset="0"/>
              </a:rPr>
              <a:t>i</a:t>
            </a:r>
            <a:r>
              <a:rPr lang="en-US" altLang="en-US" sz="2400" b="1" dirty="0">
                <a:latin typeface="Courier New" pitchFamily="49" charset="0"/>
              </a:rPr>
              <a:t> &lt;= </a:t>
            </a:r>
            <a:r>
              <a:rPr lang="en-US" altLang="en-US" sz="2400" b="1" dirty="0">
                <a:solidFill>
                  <a:srgbClr val="0070C0"/>
                </a:solidFill>
                <a:latin typeface="Courier New" pitchFamily="49" charset="0"/>
              </a:rPr>
              <a:t>49</a:t>
            </a:r>
            <a:r>
              <a:rPr lang="en-US" altLang="en-US" sz="2400" b="1" dirty="0">
                <a:latin typeface="Courier New" pitchFamily="49" charset="0"/>
              </a:rPr>
              <a:t>; </a:t>
            </a:r>
            <a:r>
              <a:rPr lang="en-US" altLang="en-US" sz="2400" b="1" dirty="0" err="1">
                <a:latin typeface="Courier New" pitchFamily="49" charset="0"/>
              </a:rPr>
              <a:t>i</a:t>
            </a:r>
            <a:r>
              <a:rPr lang="en-US" altLang="en-US" sz="2400" b="1" dirty="0">
                <a:latin typeface="Courier New" pitchFamily="49" charset="0"/>
              </a:rPr>
              <a:t>++)</a:t>
            </a:r>
          </a:p>
          <a:p>
            <a:pPr>
              <a:spcBef>
                <a:spcPct val="0"/>
              </a:spcBef>
              <a:buClrTx/>
              <a:buSzTx/>
              <a:buFontTx/>
              <a:buNone/>
            </a:pPr>
            <a:r>
              <a:rPr lang="en-US" altLang="en-US" sz="2400" b="1" dirty="0">
                <a:latin typeface="Courier New" pitchFamily="49" charset="0"/>
              </a:rPr>
              <a:t>  sum += </a:t>
            </a:r>
            <a:r>
              <a:rPr lang="en-US" altLang="en-US" sz="2400" b="1" dirty="0" err="1">
                <a:latin typeface="Courier New" pitchFamily="49" charset="0"/>
              </a:rPr>
              <a:t>i</a:t>
            </a:r>
            <a:r>
              <a:rPr lang="en-US" altLang="en-US" sz="2400" b="1" dirty="0">
                <a:latin typeface="Courier New" pitchFamily="49" charset="0"/>
              </a:rPr>
              <a:t>;</a:t>
            </a:r>
          </a:p>
          <a:p>
            <a:pPr>
              <a:spcBef>
                <a:spcPct val="0"/>
              </a:spcBef>
              <a:buClrTx/>
              <a:buSzTx/>
              <a:buFontTx/>
              <a:buNone/>
            </a:pPr>
            <a:r>
              <a:rPr lang="en-US" altLang="en-US" sz="2400" b="1" dirty="0" err="1">
                <a:latin typeface="Courier New" pitchFamily="49" charset="0"/>
              </a:rPr>
              <a:t>cout</a:t>
            </a:r>
            <a:r>
              <a:rPr lang="en-US" altLang="en-US" sz="2400" b="1" dirty="0">
                <a:latin typeface="Courier New" pitchFamily="49" charset="0"/>
              </a:rPr>
              <a:t> &lt;&lt; </a:t>
            </a:r>
            <a:r>
              <a:rPr lang="en-US" altLang="en-US" sz="2400" b="1" dirty="0">
                <a:solidFill>
                  <a:srgbClr val="0070C0"/>
                </a:solidFill>
                <a:latin typeface="Courier New" pitchFamily="49" charset="0"/>
              </a:rPr>
              <a:t>"Sum from 35 to 49 is " </a:t>
            </a:r>
            <a:r>
              <a:rPr lang="en-US" altLang="en-US" sz="2400" b="1" dirty="0">
                <a:latin typeface="Courier New" pitchFamily="49" charset="0"/>
              </a:rPr>
              <a:t>&lt;&lt; sum &lt;&lt; </a:t>
            </a:r>
            <a:r>
              <a:rPr lang="en-US" altLang="en-US" sz="2400" b="1" dirty="0" err="1">
                <a:latin typeface="Courier New" pitchFamily="49" charset="0"/>
              </a:rPr>
              <a:t>endl</a:t>
            </a:r>
            <a:r>
              <a:rPr lang="en-US" altLang="en-US" sz="2400" b="1" dirty="0">
                <a:latin typeface="Courier New" pitchFamily="49" charset="0"/>
              </a:rPr>
              <a:t>;</a:t>
            </a:r>
          </a:p>
        </p:txBody>
      </p:sp>
      <p:sp>
        <p:nvSpPr>
          <p:cNvPr id="8" name="TextBox 1">
            <a:extLst>
              <a:ext uri="{FF2B5EF4-FFF2-40B4-BE49-F238E27FC236}">
                <a16:creationId xmlns:a16="http://schemas.microsoft.com/office/drawing/2014/main" id="{42610B79-11A7-F966-E752-164EBECD1F34}"/>
              </a:ext>
            </a:extLst>
          </p:cNvPr>
          <p:cNvSpPr txBox="1"/>
          <p:nvPr/>
        </p:nvSpPr>
        <p:spPr>
          <a:xfrm>
            <a:off x="9049500" y="1459855"/>
            <a:ext cx="2304300" cy="369332"/>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a:solidFill>
                  <a:srgbClr val="FF0000"/>
                </a:solidFill>
                <a:latin typeface="+mn-lt"/>
              </a:rPr>
              <a:t>Write 3 loops</a:t>
            </a:r>
          </a:p>
        </p:txBody>
      </p:sp>
      <p:sp>
        <p:nvSpPr>
          <p:cNvPr id="5" name="CasellaDiTesto 4">
            <a:extLst>
              <a:ext uri="{FF2B5EF4-FFF2-40B4-BE49-F238E27FC236}">
                <a16:creationId xmlns:a16="http://schemas.microsoft.com/office/drawing/2014/main" id="{FCD433A7-9F55-0272-24F5-706212FD8C35}"/>
              </a:ext>
            </a:extLst>
          </p:cNvPr>
          <p:cNvSpPr txBox="1"/>
          <p:nvPr/>
        </p:nvSpPr>
        <p:spPr>
          <a:xfrm>
            <a:off x="1517651" y="0"/>
            <a:ext cx="11207750" cy="461665"/>
          </a:xfrm>
          <a:prstGeom prst="rect">
            <a:avLst/>
          </a:prstGeom>
          <a:noFill/>
        </p:spPr>
        <p:txBody>
          <a:bodyPr wrap="square">
            <a:spAutoFit/>
          </a:bodyPr>
          <a:lstStyle/>
          <a:p>
            <a:pPr>
              <a:spcBef>
                <a:spcPct val="0"/>
              </a:spcBef>
              <a:buClrTx/>
              <a:buSzTx/>
              <a:buFontTx/>
              <a:buNone/>
            </a:pPr>
            <a:r>
              <a:rPr lang="en-US" altLang="en-US" sz="2400" dirty="0">
                <a:latin typeface="+mn-lt"/>
                <a:cs typeface="Times New Roman" panose="02020603050405020304" pitchFamily="18" charset="0"/>
              </a:rPr>
              <a:t>Find the sum of integers from </a:t>
            </a:r>
            <a:r>
              <a:rPr lang="en-US" altLang="en-US" sz="2400" b="1" dirty="0">
                <a:solidFill>
                  <a:srgbClr val="0070C0"/>
                </a:solidFill>
                <a:latin typeface="+mn-lt"/>
                <a:cs typeface="Times New Roman" panose="02020603050405020304" pitchFamily="18" charset="0"/>
              </a:rPr>
              <a:t>1</a:t>
            </a:r>
            <a:r>
              <a:rPr lang="en-US" altLang="en-US" sz="2400" dirty="0">
                <a:latin typeface="+mn-lt"/>
                <a:cs typeface="Times New Roman" panose="02020603050405020304" pitchFamily="18" charset="0"/>
              </a:rPr>
              <a:t> to </a:t>
            </a:r>
            <a:r>
              <a:rPr lang="en-US" altLang="en-US" sz="2400" b="1" dirty="0">
                <a:solidFill>
                  <a:srgbClr val="0070C0"/>
                </a:solidFill>
                <a:latin typeface="+mn-lt"/>
                <a:cs typeface="Times New Roman" panose="02020603050405020304" pitchFamily="18" charset="0"/>
              </a:rPr>
              <a:t>10</a:t>
            </a:r>
            <a:r>
              <a:rPr lang="en-US" altLang="en-US" sz="2400" dirty="0">
                <a:latin typeface="+mn-lt"/>
                <a:cs typeface="Times New Roman" panose="02020603050405020304" pitchFamily="18" charset="0"/>
              </a:rPr>
              <a:t>, from </a:t>
            </a:r>
            <a:r>
              <a:rPr lang="en-US" altLang="en-US" sz="2400" b="1" dirty="0">
                <a:solidFill>
                  <a:srgbClr val="0070C0"/>
                </a:solidFill>
                <a:latin typeface="+mn-lt"/>
                <a:cs typeface="Times New Roman" panose="02020603050405020304" pitchFamily="18" charset="0"/>
              </a:rPr>
              <a:t>20</a:t>
            </a:r>
            <a:r>
              <a:rPr lang="en-US" altLang="en-US" sz="2400" dirty="0">
                <a:latin typeface="+mn-lt"/>
                <a:cs typeface="Times New Roman" panose="02020603050405020304" pitchFamily="18" charset="0"/>
              </a:rPr>
              <a:t> to </a:t>
            </a:r>
            <a:r>
              <a:rPr lang="en-US" altLang="en-US" sz="2400" b="1" dirty="0">
                <a:solidFill>
                  <a:srgbClr val="0070C0"/>
                </a:solidFill>
                <a:latin typeface="+mn-lt"/>
                <a:cs typeface="Times New Roman" panose="02020603050405020304" pitchFamily="18" charset="0"/>
              </a:rPr>
              <a:t>37</a:t>
            </a:r>
            <a:r>
              <a:rPr lang="en-US" altLang="en-US" sz="2400" dirty="0">
                <a:latin typeface="+mn-lt"/>
                <a:cs typeface="Times New Roman" panose="02020603050405020304" pitchFamily="18" charset="0"/>
              </a:rPr>
              <a:t>, and from </a:t>
            </a:r>
            <a:r>
              <a:rPr lang="en-US" altLang="en-US" sz="2400" b="1" dirty="0">
                <a:solidFill>
                  <a:srgbClr val="0070C0"/>
                </a:solidFill>
                <a:latin typeface="+mn-lt"/>
                <a:cs typeface="Times New Roman" panose="02020603050405020304" pitchFamily="18" charset="0"/>
              </a:rPr>
              <a:t>35</a:t>
            </a:r>
            <a:r>
              <a:rPr lang="en-US" altLang="en-US" sz="2400" dirty="0">
                <a:solidFill>
                  <a:srgbClr val="0070C0"/>
                </a:solidFill>
                <a:latin typeface="+mn-lt"/>
                <a:cs typeface="Times New Roman" panose="02020603050405020304" pitchFamily="18" charset="0"/>
              </a:rPr>
              <a:t> </a:t>
            </a:r>
            <a:r>
              <a:rPr lang="en-US" altLang="en-US" sz="2400" dirty="0">
                <a:latin typeface="+mn-lt"/>
                <a:cs typeface="Times New Roman" panose="02020603050405020304" pitchFamily="18" charset="0"/>
              </a:rPr>
              <a:t>to </a:t>
            </a:r>
            <a:r>
              <a:rPr lang="en-US" altLang="en-US" sz="2400" b="1" dirty="0">
                <a:solidFill>
                  <a:srgbClr val="0070C0"/>
                </a:solidFill>
                <a:latin typeface="+mn-lt"/>
                <a:cs typeface="Times New Roman" panose="02020603050405020304" pitchFamily="18" charset="0"/>
              </a:rPr>
              <a:t>49</a:t>
            </a:r>
            <a:r>
              <a:rPr lang="en-US" altLang="en-US" sz="2400" dirty="0">
                <a:latin typeface="+mn-lt"/>
                <a:cs typeface="Times New Roman" panose="02020603050405020304" pitchFamily="18" charset="0"/>
              </a:rPr>
              <a:t>, respectively</a:t>
            </a:r>
          </a:p>
        </p:txBody>
      </p:sp>
    </p:spTree>
    <p:extLst>
      <p:ext uri="{BB962C8B-B14F-4D97-AF65-F5344CB8AC3E}">
        <p14:creationId xmlns:p14="http://schemas.microsoft.com/office/powerpoint/2010/main" val="146926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BCB4F-8D1B-8455-5A64-2A7D1CF404AF}"/>
              </a:ext>
            </a:extLst>
          </p:cNvPr>
          <p:cNvSpPr>
            <a:spLocks noGrp="1"/>
          </p:cNvSpPr>
          <p:nvPr>
            <p:ph type="title"/>
          </p:nvPr>
        </p:nvSpPr>
        <p:spPr/>
        <p:txBody>
          <a:bodyPr/>
          <a:lstStyle/>
          <a:p>
            <a:r>
              <a:rPr lang="en-US" b="1" dirty="0"/>
              <a:t>Duplicated code</a:t>
            </a:r>
            <a:endParaRPr lang="en-US" dirty="0"/>
          </a:p>
        </p:txBody>
      </p:sp>
      <p:sp>
        <p:nvSpPr>
          <p:cNvPr id="8" name="Content Placeholder 2">
            <a:extLst>
              <a:ext uri="{FF2B5EF4-FFF2-40B4-BE49-F238E27FC236}">
                <a16:creationId xmlns:a16="http://schemas.microsoft.com/office/drawing/2014/main" id="{08AEAC04-77F7-17FC-4518-BC25ED90B9A8}"/>
              </a:ext>
            </a:extLst>
          </p:cNvPr>
          <p:cNvSpPr txBox="1">
            <a:spLocks/>
          </p:cNvSpPr>
          <p:nvPr/>
        </p:nvSpPr>
        <p:spPr>
          <a:xfrm>
            <a:off x="838200" y="2063760"/>
            <a:ext cx="10515600" cy="4351338"/>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Is it a good solution? </a:t>
            </a:r>
            <a:r>
              <a:rPr lang="en-US" b="1" dirty="0"/>
              <a:t>NO!</a:t>
            </a:r>
          </a:p>
          <a:p>
            <a:pPr algn="just"/>
            <a:r>
              <a:rPr lang="en-US" dirty="0"/>
              <a:t>A lot of duplicated code!!</a:t>
            </a:r>
          </a:p>
          <a:p>
            <a:pPr algn="just"/>
            <a:r>
              <a:rPr lang="en-US" dirty="0"/>
              <a:t>Duplicated code is never a good solution because: </a:t>
            </a:r>
          </a:p>
          <a:p>
            <a:pPr lvl="1" algn="just"/>
            <a:r>
              <a:rPr lang="en-US" sz="2600" dirty="0"/>
              <a:t>It makes the program longer than necessary and </a:t>
            </a:r>
          </a:p>
          <a:p>
            <a:pPr lvl="1" algn="just"/>
            <a:r>
              <a:rPr lang="en-US" sz="2600" b="1" dirty="0">
                <a:solidFill>
                  <a:srgbClr val="FF0000"/>
                </a:solidFill>
              </a:rPr>
              <a:t>It increases the risk of propagating errors in the code</a:t>
            </a:r>
          </a:p>
        </p:txBody>
      </p:sp>
      <p:pic>
        <p:nvPicPr>
          <p:cNvPr id="10" name="Picture 9" descr="A close-up of a sign&#10;&#10;AI-generated content may be incorrect.">
            <a:extLst>
              <a:ext uri="{FF2B5EF4-FFF2-40B4-BE49-F238E27FC236}">
                <a16:creationId xmlns:a16="http://schemas.microsoft.com/office/drawing/2014/main" id="{AFA75DDF-C9BF-F2E5-6C52-0A3E2DEB872D}"/>
              </a:ext>
            </a:extLst>
          </p:cNvPr>
          <p:cNvPicPr>
            <a:picLocks noChangeAspect="1"/>
          </p:cNvPicPr>
          <p:nvPr/>
        </p:nvPicPr>
        <p:blipFill>
          <a:blip r:embed="rId3"/>
          <a:stretch>
            <a:fillRect/>
          </a:stretch>
        </p:blipFill>
        <p:spPr>
          <a:xfrm>
            <a:off x="9164917" y="84165"/>
            <a:ext cx="2962275" cy="1543050"/>
          </a:xfrm>
          <a:prstGeom prst="rect">
            <a:avLst/>
          </a:prstGeom>
        </p:spPr>
      </p:pic>
      <p:pic>
        <p:nvPicPr>
          <p:cNvPr id="11" name="Picture 10" descr="A computer screen with text and arrows&#10;&#10;AI-generated content may be incorrect.">
            <a:extLst>
              <a:ext uri="{FF2B5EF4-FFF2-40B4-BE49-F238E27FC236}">
                <a16:creationId xmlns:a16="http://schemas.microsoft.com/office/drawing/2014/main" id="{B8CFEF59-EFD3-7FD7-3FFA-8B0897DC9095}"/>
              </a:ext>
            </a:extLst>
          </p:cNvPr>
          <p:cNvPicPr>
            <a:picLocks noChangeAspect="1"/>
          </p:cNvPicPr>
          <p:nvPr/>
        </p:nvPicPr>
        <p:blipFill>
          <a:blip r:embed="rId4"/>
          <a:stretch>
            <a:fillRect/>
          </a:stretch>
        </p:blipFill>
        <p:spPr>
          <a:xfrm>
            <a:off x="7861861" y="4385882"/>
            <a:ext cx="4187180" cy="2355289"/>
          </a:xfrm>
          <a:prstGeom prst="rect">
            <a:avLst/>
          </a:prstGeom>
        </p:spPr>
      </p:pic>
      <p:pic>
        <p:nvPicPr>
          <p:cNvPr id="12" name="Picture 2" descr="7 debugging tools that help detect bugs faster | Droptica">
            <a:extLst>
              <a:ext uri="{FF2B5EF4-FFF2-40B4-BE49-F238E27FC236}">
                <a16:creationId xmlns:a16="http://schemas.microsoft.com/office/drawing/2014/main" id="{D6767715-AB39-1AEA-3A26-04AA0C7E4D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5350" y="5388621"/>
            <a:ext cx="3371850" cy="135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40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 calcmode="lin" valueType="num">
                                      <p:cBhvr additive="base">
                                        <p:cTn id="2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 calcmode="lin" valueType="num">
                                      <p:cBhvr additive="base">
                                        <p:cTn id="2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8B32EA-1ECD-407F-879E-7C1C20681759}"/>
              </a:ext>
            </a:extLst>
          </p:cNvPr>
          <p:cNvSpPr>
            <a:spLocks noGrp="1"/>
          </p:cNvSpPr>
          <p:nvPr>
            <p:ph type="title"/>
          </p:nvPr>
        </p:nvSpPr>
        <p:spPr/>
        <p:txBody>
          <a:bodyPr/>
          <a:lstStyle/>
          <a:p>
            <a:pPr algn="ctr"/>
            <a:r>
              <a:rPr lang="it-IT" b="1" dirty="0"/>
              <a:t>                                     </a:t>
            </a:r>
            <a:br>
              <a:rPr lang="it-IT" b="1" dirty="0"/>
            </a:br>
            <a:r>
              <a:rPr lang="it-IT" b="1" dirty="0"/>
              <a:t>                                       </a:t>
            </a:r>
          </a:p>
        </p:txBody>
      </p:sp>
      <p:sp>
        <p:nvSpPr>
          <p:cNvPr id="3" name="Segnaposto contenuto 2">
            <a:extLst>
              <a:ext uri="{FF2B5EF4-FFF2-40B4-BE49-F238E27FC236}">
                <a16:creationId xmlns:a16="http://schemas.microsoft.com/office/drawing/2014/main" id="{54E97875-F8D2-98C4-F6B7-382F57C3803E}"/>
              </a:ext>
            </a:extLst>
          </p:cNvPr>
          <p:cNvSpPr>
            <a:spLocks noGrp="1"/>
          </p:cNvSpPr>
          <p:nvPr>
            <p:ph idx="1"/>
          </p:nvPr>
        </p:nvSpPr>
        <p:spPr>
          <a:xfrm>
            <a:off x="555171" y="1378948"/>
            <a:ext cx="10515600" cy="4351338"/>
          </a:xfrm>
        </p:spPr>
        <p:txBody>
          <a:bodyPr>
            <a:normAutofit/>
          </a:bodyPr>
          <a:lstStyle/>
          <a:p>
            <a:pPr algn="just"/>
            <a:r>
              <a:rPr lang="en-US" dirty="0"/>
              <a:t>A function is a </a:t>
            </a:r>
            <a:r>
              <a:rPr lang="en-US" b="1" dirty="0"/>
              <a:t>collection of statements </a:t>
            </a:r>
            <a:r>
              <a:rPr lang="en-US" dirty="0"/>
              <a:t>that are grouped together to </a:t>
            </a:r>
            <a:r>
              <a:rPr lang="en-US" b="1" dirty="0">
                <a:solidFill>
                  <a:srgbClr val="FF0000"/>
                </a:solidFill>
              </a:rPr>
              <a:t>perform an operation</a:t>
            </a:r>
            <a:r>
              <a:rPr lang="en-US" dirty="0"/>
              <a:t> with </a:t>
            </a:r>
            <a:r>
              <a:rPr lang="en-US" b="1" dirty="0">
                <a:solidFill>
                  <a:srgbClr val="FF0000"/>
                </a:solidFill>
              </a:rPr>
              <a:t>a name</a:t>
            </a:r>
          </a:p>
          <a:p>
            <a:pPr algn="just"/>
            <a:r>
              <a:rPr lang="en-US" dirty="0"/>
              <a:t>A function definition consists of its </a:t>
            </a:r>
            <a:r>
              <a:rPr lang="en-US" b="1" dirty="0">
                <a:solidFill>
                  <a:srgbClr val="FF0000"/>
                </a:solidFill>
              </a:rPr>
              <a:t>function name</a:t>
            </a:r>
            <a:r>
              <a:rPr lang="en-US" dirty="0"/>
              <a:t>, </a:t>
            </a:r>
            <a:r>
              <a:rPr lang="en-US" b="1" dirty="0">
                <a:solidFill>
                  <a:srgbClr val="1F04E8"/>
                </a:solidFill>
              </a:rPr>
              <a:t>parameters</a:t>
            </a:r>
            <a:r>
              <a:rPr lang="en-US" dirty="0"/>
              <a:t>, </a:t>
            </a:r>
            <a:r>
              <a:rPr lang="en-US" b="1" dirty="0">
                <a:solidFill>
                  <a:srgbClr val="002060"/>
                </a:solidFill>
              </a:rPr>
              <a:t>return type</a:t>
            </a:r>
            <a:r>
              <a:rPr lang="en-US" dirty="0"/>
              <a:t>, and </a:t>
            </a:r>
            <a:r>
              <a:rPr lang="en-US" b="1" dirty="0"/>
              <a:t>body</a:t>
            </a:r>
            <a:endParaRPr lang="en-US" dirty="0"/>
          </a:p>
        </p:txBody>
      </p:sp>
      <p:pic>
        <p:nvPicPr>
          <p:cNvPr id="9" name="Picture 8" descr="A person drawing on a white board&#10;&#10;AI-generated content may be incorrect.">
            <a:extLst>
              <a:ext uri="{FF2B5EF4-FFF2-40B4-BE49-F238E27FC236}">
                <a16:creationId xmlns:a16="http://schemas.microsoft.com/office/drawing/2014/main" id="{7FE23CE1-C5E9-D80C-E440-D9D5144F0DEA}"/>
              </a:ext>
            </a:extLst>
          </p:cNvPr>
          <p:cNvPicPr>
            <a:picLocks noChangeAspect="1"/>
          </p:cNvPicPr>
          <p:nvPr/>
        </p:nvPicPr>
        <p:blipFill>
          <a:blip r:embed="rId2"/>
          <a:stretch>
            <a:fillRect/>
          </a:stretch>
        </p:blipFill>
        <p:spPr>
          <a:xfrm>
            <a:off x="267763" y="4423137"/>
            <a:ext cx="2857500" cy="1600200"/>
          </a:xfrm>
          <a:prstGeom prst="rect">
            <a:avLst/>
          </a:prstGeom>
        </p:spPr>
      </p:pic>
      <p:pic>
        <p:nvPicPr>
          <p:cNvPr id="4" name="Picture 2">
            <a:extLst>
              <a:ext uri="{FF2B5EF4-FFF2-40B4-BE49-F238E27FC236}">
                <a16:creationId xmlns:a16="http://schemas.microsoft.com/office/drawing/2014/main" id="{CAA83708-1633-C1EF-8934-10197B30A5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840" t="29574" r="23653" b="14882"/>
          <a:stretch>
            <a:fillRect/>
          </a:stretch>
        </p:blipFill>
        <p:spPr bwMode="auto">
          <a:xfrm>
            <a:off x="4670301" y="3417739"/>
            <a:ext cx="6687878" cy="3197339"/>
          </a:xfrm>
          <a:prstGeom prst="rect">
            <a:avLst/>
          </a:prstGeom>
          <a:noFill/>
          <a:extLst>
            <a:ext uri="{909E8E84-426E-40DD-AFC4-6F175D3DCCD1}">
              <a14:hiddenFill xmlns:a14="http://schemas.microsoft.com/office/drawing/2010/main">
                <a:solidFill>
                  <a:srgbClr val="FFFFFF"/>
                </a:solidFill>
              </a14:hiddenFill>
            </a:ext>
          </a:extLst>
        </p:spPr>
      </p:pic>
      <p:sp>
        <p:nvSpPr>
          <p:cNvPr id="5" name="PlaceHolder 1">
            <a:extLst>
              <a:ext uri="{FF2B5EF4-FFF2-40B4-BE49-F238E27FC236}">
                <a16:creationId xmlns:a16="http://schemas.microsoft.com/office/drawing/2014/main" id="{16C43967-8B97-99A0-E340-77DF4225A726}"/>
              </a:ext>
            </a:extLst>
          </p:cNvPr>
          <p:cNvSpPr txBox="1">
            <a:spLocks/>
          </p:cNvSpPr>
          <p:nvPr/>
        </p:nvSpPr>
        <p:spPr>
          <a:xfrm>
            <a:off x="2971800" y="0"/>
            <a:ext cx="5519057" cy="1325160"/>
          </a:xfrm>
          <a:prstGeom prst="rect">
            <a:avLst/>
          </a:prstGeom>
          <a:noFill/>
          <a:ln w="0">
            <a:noFill/>
          </a:ln>
        </p:spPr>
        <p:txBody>
          <a:bodyPr lIns="91440" tIns="45720" rIns="91440" bIns="4572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dk1"/>
                </a:solidFill>
                <a:latin typeface="Calibri Light"/>
              </a:rPr>
              <a:t>Defining a function</a:t>
            </a:r>
            <a:endParaRPr lang="en-US" dirty="0">
              <a:solidFill>
                <a:schemeClr val="dk1"/>
              </a:solidFill>
              <a:latin typeface="Calibri"/>
            </a:endParaRPr>
          </a:p>
        </p:txBody>
      </p:sp>
    </p:spTree>
    <p:extLst>
      <p:ext uri="{BB962C8B-B14F-4D97-AF65-F5344CB8AC3E}">
        <p14:creationId xmlns:p14="http://schemas.microsoft.com/office/powerpoint/2010/main" val="2576328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118890"/>
            <a:ext cx="10515240" cy="1325160"/>
          </a:xfrm>
          <a:prstGeom prst="rect">
            <a:avLst/>
          </a:prstGeom>
          <a:noFill/>
          <a:ln w="0">
            <a:noFill/>
          </a:ln>
        </p:spPr>
        <p:txBody>
          <a:bodyPr lIns="91440" tIns="45720" rIns="91440" bIns="45720" anchor="ctr">
            <a:noAutofit/>
          </a:bodyPr>
          <a:lstStyle/>
          <a:p>
            <a:pPr indent="0" algn="ctr" defTabSz="914400">
              <a:lnSpc>
                <a:spcPct val="90000"/>
              </a:lnSpc>
              <a:buNone/>
            </a:pPr>
            <a:r>
              <a:rPr lang="en-US" sz="4400" b="1" u="none" strike="noStrike" dirty="0">
                <a:solidFill>
                  <a:schemeClr val="dk1"/>
                </a:solidFill>
                <a:effectLst/>
                <a:uFillTx/>
                <a:latin typeface="Calibri Light"/>
              </a:rPr>
              <a:t>Function and Parameter Declaration</a:t>
            </a:r>
            <a:endParaRPr lang="en-US" sz="4400" b="0" u="none" strike="noStrike" dirty="0">
              <a:solidFill>
                <a:schemeClr val="dk1"/>
              </a:solidFill>
              <a:effectLst/>
              <a:uFillTx/>
              <a:latin typeface="Calibri"/>
            </a:endParaRPr>
          </a:p>
        </p:txBody>
      </p:sp>
      <p:sp>
        <p:nvSpPr>
          <p:cNvPr id="71" name="PlaceHolder 2"/>
          <p:cNvSpPr>
            <a:spLocks noGrp="1"/>
          </p:cNvSpPr>
          <p:nvPr>
            <p:ph/>
          </p:nvPr>
        </p:nvSpPr>
        <p:spPr>
          <a:xfrm>
            <a:off x="574560" y="1596960"/>
            <a:ext cx="10778760" cy="4350960"/>
          </a:xfrm>
          <a:prstGeom prst="rect">
            <a:avLst/>
          </a:prstGeom>
          <a:noFill/>
          <a:ln w="0">
            <a:noFill/>
          </a:ln>
        </p:spPr>
        <p:txBody>
          <a:bodyPr lIns="91440" tIns="45720" rIns="91440" bIns="45720" anchor="t">
            <a:normAutofit/>
          </a:bodyPr>
          <a:lstStyle/>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499"/>
              </a:spcBef>
              <a:buNone/>
              <a:tabLst>
                <a:tab pos="0" algn="l"/>
              </a:tabLst>
            </a:pPr>
            <a:endParaRPr lang="en-US" sz="24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499"/>
              </a:spcBef>
              <a:buNone/>
              <a:tabLst>
                <a:tab pos="0" algn="l"/>
              </a:tabLst>
            </a:pPr>
            <a:endParaRPr lang="en-US" sz="2400" b="0" u="none" strike="noStrike">
              <a:solidFill>
                <a:schemeClr val="dk1"/>
              </a:solidFill>
              <a:effectLst/>
              <a:uFillTx/>
              <a:latin typeface="Calibri"/>
            </a:endParaRPr>
          </a:p>
        </p:txBody>
      </p:sp>
      <p:pic>
        <p:nvPicPr>
          <p:cNvPr id="72" name="Picture 2"/>
          <p:cNvPicPr/>
          <p:nvPr/>
        </p:nvPicPr>
        <p:blipFill>
          <a:blip r:embed="rId3"/>
          <a:srcRect l="13837" t="9399" r="23649" b="14879"/>
          <a:stretch/>
        </p:blipFill>
        <p:spPr>
          <a:xfrm>
            <a:off x="2084760" y="1244520"/>
            <a:ext cx="7758360" cy="505584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71792"/>
            <a:ext cx="10515240" cy="1325160"/>
          </a:xfrm>
          <a:prstGeom prst="rect">
            <a:avLst/>
          </a:prstGeom>
          <a:noFill/>
          <a:ln w="0">
            <a:noFill/>
          </a:ln>
        </p:spPr>
        <p:txBody>
          <a:bodyPr lIns="91440" tIns="45720" rIns="91440" bIns="45720" anchor="ctr">
            <a:noAutofit/>
          </a:bodyPr>
          <a:lstStyle/>
          <a:p>
            <a:pPr indent="0" algn="ctr" defTabSz="914400">
              <a:lnSpc>
                <a:spcPct val="90000"/>
              </a:lnSpc>
              <a:buNone/>
            </a:pPr>
            <a:r>
              <a:rPr lang="en-US" sz="4400" b="1" u="none" strike="noStrike" dirty="0">
                <a:solidFill>
                  <a:schemeClr val="dk1"/>
                </a:solidFill>
                <a:effectLst/>
                <a:uFillTx/>
                <a:latin typeface="Calibri Light"/>
              </a:rPr>
              <a:t>Function and Parameter Declaration</a:t>
            </a:r>
            <a:endParaRPr lang="en-US" sz="4400" b="0" u="none" strike="noStrike" dirty="0">
              <a:solidFill>
                <a:schemeClr val="dk1"/>
              </a:solidFill>
              <a:effectLst/>
              <a:uFillTx/>
              <a:latin typeface="Calibri"/>
            </a:endParaRPr>
          </a:p>
        </p:txBody>
      </p:sp>
      <p:sp>
        <p:nvSpPr>
          <p:cNvPr id="74" name="PlaceHolder 2"/>
          <p:cNvSpPr>
            <a:spLocks noGrp="1"/>
          </p:cNvSpPr>
          <p:nvPr>
            <p:ph/>
          </p:nvPr>
        </p:nvSpPr>
        <p:spPr>
          <a:xfrm>
            <a:off x="574560" y="1396952"/>
            <a:ext cx="10778760" cy="3236297"/>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800" b="1" u="none" strike="noStrike" dirty="0">
                <a:solidFill>
                  <a:srgbClr val="FF0000"/>
                </a:solidFill>
                <a:effectLst/>
                <a:uFillTx/>
                <a:latin typeface="Calibri"/>
              </a:rPr>
              <a:t>Function Declaration (Function Prototype)</a:t>
            </a:r>
            <a:endParaRPr lang="en-US" sz="2800" b="0" u="none" strike="noStrike" dirty="0">
              <a:solidFill>
                <a:schemeClr val="dk1"/>
              </a:solidFill>
              <a:effectLst/>
              <a:uFillTx/>
              <a:latin typeface="Calibri"/>
            </a:endParaRPr>
          </a:p>
          <a:p>
            <a:pPr indent="0" defTabSz="914400">
              <a:lnSpc>
                <a:spcPct val="90000"/>
              </a:lnSpc>
              <a:spcBef>
                <a:spcPts val="1001"/>
              </a:spcBef>
              <a:buNone/>
              <a:tabLst>
                <a:tab pos="0" algn="l"/>
              </a:tabLst>
            </a:pPr>
            <a:r>
              <a:rPr lang="en-US" sz="2800" b="0" u="none" strike="noStrike" dirty="0">
                <a:solidFill>
                  <a:schemeClr val="dk1"/>
                </a:solidFill>
                <a:effectLst/>
                <a:uFillTx/>
                <a:latin typeface="Calibri"/>
              </a:rPr>
              <a:t>A function declaration tells the compiler about the function's name, its return type, and the parameters it accepts. However, it does not include the actual implementation (body) of the function.</a:t>
            </a:r>
          </a:p>
          <a:p>
            <a:pPr indent="0"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defTabSz="914400">
              <a:lnSpc>
                <a:spcPct val="90000"/>
              </a:lnSpc>
              <a:spcBef>
                <a:spcPts val="1001"/>
              </a:spcBef>
              <a:buNone/>
              <a:tabLst>
                <a:tab pos="0" algn="l"/>
              </a:tabLst>
            </a:pPr>
            <a:r>
              <a:rPr lang="en-US" sz="2800" b="1" u="none" strike="noStrike" dirty="0">
                <a:solidFill>
                  <a:srgbClr val="FF0000"/>
                </a:solidFill>
                <a:effectLst/>
                <a:uFillTx/>
                <a:latin typeface="Calibri"/>
              </a:rPr>
              <a:t>For Example : </a:t>
            </a:r>
            <a:r>
              <a:rPr lang="en-US" sz="2800" b="0" u="none" strike="noStrike" dirty="0">
                <a:solidFill>
                  <a:schemeClr val="dk1"/>
                </a:solidFill>
                <a:effectLst/>
                <a:uFillTx/>
                <a:latin typeface="Calibri"/>
              </a:rPr>
              <a:t>int </a:t>
            </a:r>
            <a:r>
              <a:rPr lang="en-US" sz="2800" dirty="0">
                <a:solidFill>
                  <a:schemeClr val="dk1"/>
                </a:solidFill>
                <a:latin typeface="Calibri"/>
              </a:rPr>
              <a:t>s</a:t>
            </a:r>
            <a:r>
              <a:rPr lang="en-US" sz="2800" b="0" u="none" strike="noStrike" dirty="0">
                <a:solidFill>
                  <a:schemeClr val="dk1"/>
                </a:solidFill>
                <a:effectLst/>
                <a:uFillTx/>
                <a:latin typeface="Calibri"/>
              </a:rPr>
              <a:t>um(int a, int b);</a:t>
            </a:r>
          </a:p>
          <a:p>
            <a:pPr indent="0"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499"/>
              </a:spcBef>
              <a:buNone/>
              <a:tabLst>
                <a:tab pos="0" algn="l"/>
              </a:tabLst>
            </a:pPr>
            <a:endParaRPr lang="en-US" sz="2400" b="0" u="none" strike="noStrike" dirty="0">
              <a:solidFill>
                <a:schemeClr val="dk1"/>
              </a:solidFill>
              <a:effectLst/>
              <a:uFillTx/>
              <a:latin typeface="Calibri"/>
            </a:endParaRPr>
          </a:p>
        </p:txBody>
      </p:sp>
      <p:sp>
        <p:nvSpPr>
          <p:cNvPr id="2" name="TextBox 1">
            <a:extLst>
              <a:ext uri="{FF2B5EF4-FFF2-40B4-BE49-F238E27FC236}">
                <a16:creationId xmlns:a16="http://schemas.microsoft.com/office/drawing/2014/main" id="{F35395CA-9F5B-9A34-C50D-71DD58E8A9FD}"/>
              </a:ext>
            </a:extLst>
          </p:cNvPr>
          <p:cNvSpPr txBox="1"/>
          <p:nvPr/>
        </p:nvSpPr>
        <p:spPr>
          <a:xfrm>
            <a:off x="2155730" y="4722384"/>
            <a:ext cx="8612032" cy="738664"/>
          </a:xfrm>
          <a:prstGeom prst="rect">
            <a:avLst/>
          </a:prstGeom>
          <a:noFill/>
        </p:spPr>
        <p:txBody>
          <a:bodyPr wrap="square" rtlCol="0">
            <a:spAutoFit/>
          </a:bodyPr>
          <a:lstStyle/>
          <a:p>
            <a:r>
              <a:rPr lang="en-US" sz="2400" dirty="0">
                <a:latin typeface="Dreaming Outloud Pro" panose="03050502040302030504" pitchFamily="66" charset="0"/>
                <a:cs typeface="Dreaming Outloud Pro" panose="03050502040302030504" pitchFamily="66" charset="0"/>
              </a:rPr>
              <a:t>Function declaration should always be before the main function</a:t>
            </a:r>
            <a:endParaRPr lang="en-US" sz="2400" b="1" dirty="0">
              <a:latin typeface="Dreaming Outloud Pro" panose="03050502040302030504" pitchFamily="66" charset="0"/>
              <a:cs typeface="Dreaming Outloud Pro" panose="03050502040302030504" pitchFamily="66" charset="0"/>
            </a:endParaRP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159660"/>
            <a:ext cx="10515240" cy="1325160"/>
          </a:xfrm>
          <a:prstGeom prst="rect">
            <a:avLst/>
          </a:prstGeom>
          <a:noFill/>
          <a:ln w="0">
            <a:noFill/>
          </a:ln>
        </p:spPr>
        <p:txBody>
          <a:bodyPr lIns="91440" tIns="45720" rIns="91440" bIns="45720" anchor="ctr">
            <a:noAutofit/>
          </a:bodyPr>
          <a:lstStyle/>
          <a:p>
            <a:pPr indent="0" algn="ctr" defTabSz="914400">
              <a:lnSpc>
                <a:spcPct val="90000"/>
              </a:lnSpc>
              <a:buNone/>
            </a:pPr>
            <a:r>
              <a:rPr lang="en-US" sz="4400" b="1" u="none" strike="noStrike" dirty="0">
                <a:solidFill>
                  <a:schemeClr val="dk1"/>
                </a:solidFill>
                <a:effectLst/>
                <a:uFillTx/>
                <a:latin typeface="Calibri Light"/>
              </a:rPr>
              <a:t>Function and Parameter Declaration</a:t>
            </a:r>
            <a:endParaRPr lang="en-US" sz="4400" b="0" u="none" strike="noStrike" dirty="0">
              <a:solidFill>
                <a:schemeClr val="dk1"/>
              </a:solidFill>
              <a:effectLst/>
              <a:uFillTx/>
              <a:latin typeface="Calibri"/>
            </a:endParaRPr>
          </a:p>
        </p:txBody>
      </p:sp>
      <p:sp>
        <p:nvSpPr>
          <p:cNvPr id="76" name="PlaceHolder 2"/>
          <p:cNvSpPr>
            <a:spLocks noGrp="1"/>
          </p:cNvSpPr>
          <p:nvPr>
            <p:ph/>
          </p:nvPr>
        </p:nvSpPr>
        <p:spPr>
          <a:xfrm>
            <a:off x="574560" y="1484820"/>
            <a:ext cx="10778760" cy="435096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800" b="1" u="none" strike="noStrike" dirty="0">
                <a:solidFill>
                  <a:srgbClr val="FF0000"/>
                </a:solidFill>
                <a:effectLst/>
                <a:uFillTx/>
                <a:latin typeface="Calibri"/>
              </a:rPr>
              <a:t>Function Definition</a:t>
            </a:r>
            <a:endParaRPr lang="en-US" sz="2800" b="0" u="none" strike="noStrike" dirty="0">
              <a:solidFill>
                <a:schemeClr val="dk1"/>
              </a:solidFill>
              <a:effectLst/>
              <a:uFillTx/>
              <a:latin typeface="Calibri"/>
            </a:endParaRPr>
          </a:p>
          <a:p>
            <a:pPr indent="0" defTabSz="914400">
              <a:lnSpc>
                <a:spcPct val="90000"/>
              </a:lnSpc>
              <a:spcBef>
                <a:spcPts val="1001"/>
              </a:spcBef>
              <a:buNone/>
              <a:tabLst>
                <a:tab pos="0" algn="l"/>
              </a:tabLst>
            </a:pPr>
            <a:r>
              <a:rPr lang="en-US" sz="2800" b="0" u="none" strike="noStrike" dirty="0">
                <a:solidFill>
                  <a:schemeClr val="dk1"/>
                </a:solidFill>
                <a:effectLst/>
                <a:uFillTx/>
                <a:latin typeface="Calibri"/>
              </a:rPr>
              <a:t>A function definition includes both the function header (same as the declaration) and the body, which contains the actual implementation of the function.</a:t>
            </a:r>
          </a:p>
          <a:p>
            <a:pPr indent="0" defTabSz="914400">
              <a:lnSpc>
                <a:spcPct val="90000"/>
              </a:lnSpc>
              <a:spcBef>
                <a:spcPts val="1001"/>
              </a:spcBef>
              <a:buNone/>
              <a:tabLst>
                <a:tab pos="0" algn="l"/>
              </a:tabLst>
            </a:pPr>
            <a:r>
              <a:rPr lang="en-US" sz="2800" b="1" u="none" strike="noStrike" dirty="0">
                <a:solidFill>
                  <a:srgbClr val="FF0000"/>
                </a:solidFill>
                <a:effectLst/>
                <a:uFillTx/>
                <a:latin typeface="Calibri"/>
              </a:rPr>
              <a:t>For Example : </a:t>
            </a:r>
            <a:endParaRPr lang="en-US" sz="2800" b="0" u="none" strike="noStrike" dirty="0">
              <a:solidFill>
                <a:schemeClr val="dk1"/>
              </a:solidFill>
              <a:effectLst/>
              <a:uFillTx/>
              <a:latin typeface="Calibri"/>
            </a:endParaRPr>
          </a:p>
          <a:p>
            <a:pPr indent="0" defTabSz="914400">
              <a:lnSpc>
                <a:spcPct val="90000"/>
              </a:lnSpc>
              <a:spcBef>
                <a:spcPts val="1001"/>
              </a:spcBef>
              <a:buNone/>
              <a:tabLst>
                <a:tab pos="0" algn="l"/>
              </a:tabLst>
            </a:pPr>
            <a:r>
              <a:rPr lang="en-US" sz="2800" b="1" u="none" strike="noStrike" dirty="0">
                <a:solidFill>
                  <a:srgbClr val="FF0000"/>
                </a:solidFill>
                <a:effectLst/>
                <a:uFillTx/>
                <a:latin typeface="Calibri"/>
              </a:rPr>
              <a:t>			</a:t>
            </a: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499"/>
              </a:spcBef>
              <a:buNone/>
              <a:tabLst>
                <a:tab pos="0" algn="l"/>
              </a:tabLst>
            </a:pPr>
            <a:endParaRPr lang="en-US" sz="2400" b="0" u="none" strike="noStrike" dirty="0">
              <a:solidFill>
                <a:schemeClr val="dk1"/>
              </a:solidFill>
              <a:effectLst/>
              <a:uFillTx/>
              <a:latin typeface="Calibri"/>
            </a:endParaRPr>
          </a:p>
        </p:txBody>
      </p:sp>
      <p:sp>
        <p:nvSpPr>
          <p:cNvPr id="2" name="TextBox 1">
            <a:extLst>
              <a:ext uri="{FF2B5EF4-FFF2-40B4-BE49-F238E27FC236}">
                <a16:creationId xmlns:a16="http://schemas.microsoft.com/office/drawing/2014/main" id="{AA2652A4-1C31-AB84-76C6-A9BBAF427D93}"/>
              </a:ext>
            </a:extLst>
          </p:cNvPr>
          <p:cNvSpPr txBox="1"/>
          <p:nvPr/>
        </p:nvSpPr>
        <p:spPr>
          <a:xfrm>
            <a:off x="5638800" y="2971800"/>
            <a:ext cx="914400" cy="914400"/>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7069F25D-FA01-557B-8213-C93CF5C9C8D3}"/>
              </a:ext>
            </a:extLst>
          </p:cNvPr>
          <p:cNvSpPr txBox="1"/>
          <p:nvPr/>
        </p:nvSpPr>
        <p:spPr>
          <a:xfrm>
            <a:off x="4522303" y="3421697"/>
            <a:ext cx="4757057" cy="2599686"/>
          </a:xfrm>
          <a:prstGeom prst="rect">
            <a:avLst/>
          </a:prstGeom>
          <a:solidFill>
            <a:schemeClr val="accent1">
              <a:lumMod val="20000"/>
              <a:lumOff val="80000"/>
            </a:schemeClr>
          </a:solidFill>
        </p:spPr>
        <p:txBody>
          <a:bodyPr wrap="square" rtlCol="0">
            <a:spAutoFit/>
          </a:bodyPr>
          <a:lstStyle/>
          <a:p>
            <a:pPr>
              <a:lnSpc>
                <a:spcPct val="90000"/>
              </a:lnSpc>
              <a:spcBef>
                <a:spcPts val="1001"/>
              </a:spcBef>
              <a:tabLst>
                <a:tab pos="0" algn="l"/>
              </a:tabLst>
            </a:pPr>
            <a:r>
              <a:rPr lang="en-US" sz="2400" dirty="0">
                <a:solidFill>
                  <a:schemeClr val="dk1"/>
                </a:solidFill>
              </a:rPr>
              <a:t>int sum(int a, int b) {</a:t>
            </a:r>
          </a:p>
          <a:p>
            <a:pPr>
              <a:lnSpc>
                <a:spcPct val="90000"/>
              </a:lnSpc>
              <a:spcBef>
                <a:spcPts val="1001"/>
              </a:spcBef>
              <a:tabLst>
                <a:tab pos="0" algn="l"/>
              </a:tabLst>
            </a:pPr>
            <a:r>
              <a:rPr lang="en-US" sz="2400" dirty="0">
                <a:solidFill>
                  <a:schemeClr val="dk1"/>
                </a:solidFill>
              </a:rPr>
              <a:t> 		int sum;</a:t>
            </a:r>
          </a:p>
          <a:p>
            <a:pPr>
              <a:lnSpc>
                <a:spcPct val="90000"/>
              </a:lnSpc>
              <a:spcBef>
                <a:spcPts val="1001"/>
              </a:spcBef>
              <a:tabLst>
                <a:tab pos="0" algn="l"/>
              </a:tabLst>
            </a:pPr>
            <a:r>
              <a:rPr lang="en-US" sz="2400" dirty="0">
                <a:solidFill>
                  <a:schemeClr val="dk1"/>
                </a:solidFill>
              </a:rPr>
              <a:t> 		sum=</a:t>
            </a:r>
            <a:r>
              <a:rPr lang="en-US" sz="2400" dirty="0" err="1">
                <a:solidFill>
                  <a:schemeClr val="dk1"/>
                </a:solidFill>
              </a:rPr>
              <a:t>a+b</a:t>
            </a:r>
            <a:r>
              <a:rPr lang="en-US" sz="2400" dirty="0">
                <a:solidFill>
                  <a:schemeClr val="dk1"/>
                </a:solidFill>
              </a:rPr>
              <a:t>					</a:t>
            </a:r>
          </a:p>
          <a:p>
            <a:pPr>
              <a:lnSpc>
                <a:spcPct val="90000"/>
              </a:lnSpc>
              <a:spcBef>
                <a:spcPts val="1001"/>
              </a:spcBef>
              <a:tabLst>
                <a:tab pos="0" algn="l"/>
              </a:tabLst>
            </a:pPr>
            <a:r>
              <a:rPr lang="en-US" sz="2400" dirty="0">
                <a:solidFill>
                  <a:schemeClr val="dk1"/>
                </a:solidFill>
              </a:rPr>
              <a:t>			return sum;</a:t>
            </a:r>
          </a:p>
          <a:p>
            <a:pPr>
              <a:lnSpc>
                <a:spcPct val="90000"/>
              </a:lnSpc>
              <a:spcBef>
                <a:spcPts val="1001"/>
              </a:spcBef>
              <a:tabLst>
                <a:tab pos="0" algn="l"/>
              </a:tabLst>
            </a:pPr>
            <a:r>
              <a:rPr lang="en-US" sz="2400" dirty="0">
                <a:solidFill>
                  <a:schemeClr val="dk1"/>
                </a:solidFill>
              </a:rPr>
              <a:t>}</a:t>
            </a:r>
          </a:p>
        </p:txBody>
      </p:sp>
      <p:sp>
        <p:nvSpPr>
          <p:cNvPr id="9" name="Freeform: Shape 8">
            <a:extLst>
              <a:ext uri="{FF2B5EF4-FFF2-40B4-BE49-F238E27FC236}">
                <a16:creationId xmlns:a16="http://schemas.microsoft.com/office/drawing/2014/main" id="{F46F8F62-BA56-3FB6-959C-AF581BD8C141}"/>
              </a:ext>
            </a:extLst>
          </p:cNvPr>
          <p:cNvSpPr/>
          <p:nvPr/>
        </p:nvSpPr>
        <p:spPr>
          <a:xfrm>
            <a:off x="5197039" y="3940629"/>
            <a:ext cx="4240875" cy="587828"/>
          </a:xfrm>
          <a:custGeom>
            <a:avLst/>
            <a:gdLst>
              <a:gd name="csX0" fmla="*/ 4240875 w 4240875"/>
              <a:gd name="csY0" fmla="*/ 587828 h 587828"/>
              <a:gd name="csX1" fmla="*/ 332904 w 4240875"/>
              <a:gd name="csY1" fmla="*/ 152400 h 587828"/>
              <a:gd name="csX2" fmla="*/ 213161 w 4240875"/>
              <a:gd name="csY2" fmla="*/ 163285 h 587828"/>
              <a:gd name="csX3" fmla="*/ 1933104 w 4240875"/>
              <a:gd name="csY3" fmla="*/ 0 h 587828"/>
              <a:gd name="csX4" fmla="*/ 1933104 w 4240875"/>
              <a:gd name="csY4" fmla="*/ 0 h 587828"/>
              <a:gd name="csX5" fmla="*/ 1933104 w 4240875"/>
              <a:gd name="csY5" fmla="*/ 0 h 587828"/>
            </a:gdLst>
            <a:ahLst/>
            <a:cxnLst>
              <a:cxn ang="0">
                <a:pos x="csX0" y="csY0"/>
              </a:cxn>
              <a:cxn ang="0">
                <a:pos x="csX1" y="csY1"/>
              </a:cxn>
              <a:cxn ang="0">
                <a:pos x="csX2" y="csY2"/>
              </a:cxn>
              <a:cxn ang="0">
                <a:pos x="csX3" y="csY3"/>
              </a:cxn>
              <a:cxn ang="0">
                <a:pos x="csX4" y="csY4"/>
              </a:cxn>
              <a:cxn ang="0">
                <a:pos x="csX5" y="csY5"/>
              </a:cxn>
            </a:cxnLst>
            <a:rect l="l" t="t" r="r" b="b"/>
            <a:pathLst>
              <a:path w="4240875" h="587828">
                <a:moveTo>
                  <a:pt x="4240875" y="587828"/>
                </a:moveTo>
                <a:lnTo>
                  <a:pt x="332904" y="152400"/>
                </a:lnTo>
                <a:cubicBezTo>
                  <a:pt x="-338382" y="81643"/>
                  <a:pt x="213161" y="163285"/>
                  <a:pt x="213161" y="163285"/>
                </a:cubicBezTo>
                <a:lnTo>
                  <a:pt x="1933104" y="0"/>
                </a:lnTo>
                <a:lnTo>
                  <a:pt x="1933104" y="0"/>
                </a:lnTo>
                <a:lnTo>
                  <a:pt x="193310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3232D00-8F7F-E278-1E89-4BD152DF313F}"/>
              </a:ext>
            </a:extLst>
          </p:cNvPr>
          <p:cNvSpPr txBox="1"/>
          <p:nvPr/>
        </p:nvSpPr>
        <p:spPr>
          <a:xfrm>
            <a:off x="838080" y="6200451"/>
            <a:ext cx="10300608" cy="369332"/>
          </a:xfrm>
          <a:prstGeom prst="rect">
            <a:avLst/>
          </a:prstGeom>
          <a:noFill/>
        </p:spPr>
        <p:txBody>
          <a:bodyPr wrap="square" rtlCol="0">
            <a:spAutoFit/>
          </a:bodyPr>
          <a:lstStyle/>
          <a:p>
            <a:r>
              <a:rPr lang="en-US" dirty="0">
                <a:latin typeface="Dreaming Outloud Pro" panose="03050502040302030504" pitchFamily="66" charset="0"/>
                <a:cs typeface="Dreaming Outloud Pro" panose="03050502040302030504" pitchFamily="66" charset="0"/>
              </a:rPr>
              <a:t>In function definition, should have function name, function parameters to be passed and a return type </a:t>
            </a:r>
            <a:endParaRPr lang="en-US" b="1" dirty="0">
              <a:latin typeface="Dreaming Outloud Pro" panose="03050502040302030504" pitchFamily="66" charset="0"/>
              <a:cs typeface="Dreaming Outloud Pro" panose="030505020403020305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6B24-CA59-BA46-5FE0-C8DEFFC05B03}"/>
            </a:ext>
          </a:extLst>
        </p:cNvPr>
        <p:cNvGrpSpPr/>
        <p:nvPr/>
      </p:nvGrpSpPr>
      <p:grpSpPr>
        <a:xfrm>
          <a:off x="0" y="0"/>
          <a:ext cx="0" cy="0"/>
          <a:chOff x="0" y="0"/>
          <a:chExt cx="0" cy="0"/>
        </a:xfrm>
      </p:grpSpPr>
      <p:sp>
        <p:nvSpPr>
          <p:cNvPr id="75" name="PlaceHolder 1">
            <a:extLst>
              <a:ext uri="{FF2B5EF4-FFF2-40B4-BE49-F238E27FC236}">
                <a16:creationId xmlns:a16="http://schemas.microsoft.com/office/drawing/2014/main" id="{CCA87920-E738-7D65-30BE-A3CA298D4F5D}"/>
              </a:ext>
            </a:extLst>
          </p:cNvPr>
          <p:cNvSpPr>
            <a:spLocks noGrp="1"/>
          </p:cNvSpPr>
          <p:nvPr>
            <p:ph type="title"/>
          </p:nvPr>
        </p:nvSpPr>
        <p:spPr>
          <a:xfrm>
            <a:off x="838080" y="159660"/>
            <a:ext cx="10515240" cy="1325160"/>
          </a:xfrm>
          <a:prstGeom prst="rect">
            <a:avLst/>
          </a:prstGeom>
          <a:noFill/>
          <a:ln w="0">
            <a:noFill/>
          </a:ln>
        </p:spPr>
        <p:txBody>
          <a:bodyPr lIns="91440" tIns="45720" rIns="91440" bIns="45720" anchor="ctr">
            <a:noAutofit/>
          </a:bodyPr>
          <a:lstStyle/>
          <a:p>
            <a:pPr indent="0" algn="ctr" defTabSz="914400">
              <a:lnSpc>
                <a:spcPct val="90000"/>
              </a:lnSpc>
              <a:buNone/>
            </a:pPr>
            <a:r>
              <a:rPr lang="en-US" sz="4400" b="1" u="none" strike="noStrike" dirty="0">
                <a:solidFill>
                  <a:schemeClr val="dk1"/>
                </a:solidFill>
                <a:effectLst/>
                <a:uFillTx/>
                <a:latin typeface="Calibri Light"/>
              </a:rPr>
              <a:t>Function and Parameter Declaration</a:t>
            </a:r>
            <a:endParaRPr lang="en-US" sz="4400" b="0" u="none" strike="noStrike" dirty="0">
              <a:solidFill>
                <a:schemeClr val="dk1"/>
              </a:solidFill>
              <a:effectLst/>
              <a:uFillTx/>
              <a:latin typeface="Calibri"/>
            </a:endParaRPr>
          </a:p>
        </p:txBody>
      </p:sp>
      <p:sp>
        <p:nvSpPr>
          <p:cNvPr id="76" name="PlaceHolder 2">
            <a:extLst>
              <a:ext uri="{FF2B5EF4-FFF2-40B4-BE49-F238E27FC236}">
                <a16:creationId xmlns:a16="http://schemas.microsoft.com/office/drawing/2014/main" id="{72BE735B-1571-6AA5-7D11-8A0361D518B8}"/>
              </a:ext>
            </a:extLst>
          </p:cNvPr>
          <p:cNvSpPr>
            <a:spLocks noGrp="1"/>
          </p:cNvSpPr>
          <p:nvPr>
            <p:ph/>
          </p:nvPr>
        </p:nvSpPr>
        <p:spPr>
          <a:xfrm>
            <a:off x="574559" y="1484820"/>
            <a:ext cx="11430627" cy="435096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800" b="1" u="none" strike="noStrike" dirty="0">
                <a:solidFill>
                  <a:srgbClr val="FF0000"/>
                </a:solidFill>
                <a:effectLst/>
                <a:uFillTx/>
                <a:latin typeface="Calibri"/>
              </a:rPr>
              <a:t>Function Call</a:t>
            </a:r>
          </a:p>
          <a:p>
            <a:pPr indent="0"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marL="457200" indent="-457200">
              <a:buFont typeface="Arial" panose="020B0604020202020204" pitchFamily="34" charset="0"/>
              <a:buChar char="•"/>
            </a:pPr>
            <a:r>
              <a:rPr lang="en-US" sz="2800" dirty="0">
                <a:solidFill>
                  <a:schemeClr val="dk1"/>
                </a:solidFill>
                <a:latin typeface="Calibri"/>
              </a:rPr>
              <a:t>Declared functions are not executed immediately. They are </a:t>
            </a:r>
            <a:r>
              <a:rPr lang="en-US" sz="2800" b="1" dirty="0">
                <a:solidFill>
                  <a:schemeClr val="accent1"/>
                </a:solidFill>
                <a:latin typeface="Calibri"/>
              </a:rPr>
              <a:t>"saved for later use", </a:t>
            </a:r>
            <a:r>
              <a:rPr lang="en-US" sz="2800" dirty="0">
                <a:solidFill>
                  <a:schemeClr val="dk1"/>
                </a:solidFill>
                <a:latin typeface="Calibri"/>
              </a:rPr>
              <a:t>and will be executed later, when they are called. </a:t>
            </a:r>
          </a:p>
          <a:p>
            <a:pPr marL="457200" indent="-457200">
              <a:buFont typeface="Arial" panose="020B0604020202020204" pitchFamily="34" charset="0"/>
              <a:buChar char="•"/>
            </a:pPr>
            <a:endParaRPr lang="en-US" sz="2800" dirty="0">
              <a:solidFill>
                <a:schemeClr val="dk1"/>
              </a:solidFill>
              <a:latin typeface="Calibri"/>
            </a:endParaRPr>
          </a:p>
          <a:p>
            <a:pPr marL="457200" indent="-457200">
              <a:buFont typeface="Arial" panose="020B0604020202020204" pitchFamily="34" charset="0"/>
              <a:buChar char="•"/>
            </a:pPr>
            <a:r>
              <a:rPr lang="en-US" sz="2800" dirty="0">
                <a:solidFill>
                  <a:schemeClr val="dk1"/>
                </a:solidFill>
                <a:latin typeface="Calibri"/>
              </a:rPr>
              <a:t>To call a function, write the </a:t>
            </a:r>
            <a:r>
              <a:rPr lang="en-US" sz="2800" b="1" dirty="0">
                <a:solidFill>
                  <a:schemeClr val="accent1"/>
                </a:solidFill>
                <a:latin typeface="Calibri"/>
              </a:rPr>
              <a:t>function's name</a:t>
            </a:r>
            <a:r>
              <a:rPr lang="en-US" sz="2800" dirty="0">
                <a:solidFill>
                  <a:schemeClr val="dk1"/>
                </a:solidFill>
                <a:latin typeface="Calibri"/>
              </a:rPr>
              <a:t> followed by two parentheses </a:t>
            </a:r>
            <a:r>
              <a:rPr lang="en-US" sz="2800" b="1" dirty="0">
                <a:solidFill>
                  <a:schemeClr val="accent1"/>
                </a:solidFill>
                <a:latin typeface="Calibri"/>
              </a:rPr>
              <a:t>()</a:t>
            </a:r>
            <a:r>
              <a:rPr lang="en-US" sz="2800" dirty="0">
                <a:solidFill>
                  <a:schemeClr val="dk1"/>
                </a:solidFill>
                <a:latin typeface="Calibri"/>
              </a:rPr>
              <a:t> and a </a:t>
            </a:r>
            <a:r>
              <a:rPr lang="en-US" sz="2800" b="1" dirty="0">
                <a:solidFill>
                  <a:schemeClr val="accent1"/>
                </a:solidFill>
                <a:latin typeface="Calibri"/>
              </a:rPr>
              <a:t>semicolon ;</a:t>
            </a:r>
          </a:p>
          <a:p>
            <a:pPr marL="457200" lvl="2" indent="-457200">
              <a:buFont typeface="Arial" panose="020B0604020202020204" pitchFamily="34" charset="0"/>
              <a:buChar char="•"/>
            </a:pPr>
            <a:endParaRPr lang="en-US" sz="200" b="1" dirty="0">
              <a:solidFill>
                <a:schemeClr val="accent1"/>
              </a:solidFill>
              <a:latin typeface="Calibri"/>
            </a:endParaRPr>
          </a:p>
          <a:p>
            <a:pPr marL="457200" lvl="1" indent="-457200">
              <a:buFont typeface="Arial" panose="020B0604020202020204" pitchFamily="34" charset="0"/>
              <a:buChar char="•"/>
            </a:pPr>
            <a:endParaRPr lang="en-US" sz="200" b="1" dirty="0">
              <a:solidFill>
                <a:schemeClr val="accent1"/>
              </a:solidFill>
              <a:latin typeface="Calibri"/>
            </a:endParaRPr>
          </a:p>
          <a:p>
            <a:pPr indent="0"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499"/>
              </a:spcBef>
              <a:buNone/>
              <a:tabLst>
                <a:tab pos="0" algn="l"/>
              </a:tabLst>
            </a:pPr>
            <a:endParaRPr lang="en-US" sz="2400" b="0" u="none" strike="noStrike" dirty="0">
              <a:solidFill>
                <a:schemeClr val="dk1"/>
              </a:solidFill>
              <a:effectLst/>
              <a:uFillTx/>
              <a:latin typeface="Calibri"/>
            </a:endParaRPr>
          </a:p>
        </p:txBody>
      </p:sp>
      <p:sp>
        <p:nvSpPr>
          <p:cNvPr id="2" name="TextBox 1">
            <a:extLst>
              <a:ext uri="{FF2B5EF4-FFF2-40B4-BE49-F238E27FC236}">
                <a16:creationId xmlns:a16="http://schemas.microsoft.com/office/drawing/2014/main" id="{4ACA7A5F-00E2-D6FB-EC45-531581600E1E}"/>
              </a:ext>
            </a:extLst>
          </p:cNvPr>
          <p:cNvSpPr txBox="1"/>
          <p:nvPr/>
        </p:nvSpPr>
        <p:spPr>
          <a:xfrm>
            <a:off x="5638800" y="2971800"/>
            <a:ext cx="914400" cy="914400"/>
          </a:xfrm>
          <a:prstGeom prst="rect">
            <a:avLst/>
          </a:prstGeom>
          <a:noFill/>
        </p:spPr>
        <p:txBody>
          <a:bodyPr wrap="square" rtlCol="0">
            <a:spAutoFit/>
          </a:bodyPr>
          <a:lstStyle/>
          <a:p>
            <a:endParaRPr lang="en-US" dirty="0"/>
          </a:p>
        </p:txBody>
      </p:sp>
      <p:sp>
        <p:nvSpPr>
          <p:cNvPr id="9" name="Freeform: Shape 8">
            <a:extLst>
              <a:ext uri="{FF2B5EF4-FFF2-40B4-BE49-F238E27FC236}">
                <a16:creationId xmlns:a16="http://schemas.microsoft.com/office/drawing/2014/main" id="{07353D9B-513A-F436-8C68-8F37644180A6}"/>
              </a:ext>
            </a:extLst>
          </p:cNvPr>
          <p:cNvSpPr/>
          <p:nvPr/>
        </p:nvSpPr>
        <p:spPr>
          <a:xfrm>
            <a:off x="5197039" y="3940629"/>
            <a:ext cx="4240875" cy="587828"/>
          </a:xfrm>
          <a:custGeom>
            <a:avLst/>
            <a:gdLst>
              <a:gd name="csX0" fmla="*/ 4240875 w 4240875"/>
              <a:gd name="csY0" fmla="*/ 587828 h 587828"/>
              <a:gd name="csX1" fmla="*/ 332904 w 4240875"/>
              <a:gd name="csY1" fmla="*/ 152400 h 587828"/>
              <a:gd name="csX2" fmla="*/ 213161 w 4240875"/>
              <a:gd name="csY2" fmla="*/ 163285 h 587828"/>
              <a:gd name="csX3" fmla="*/ 1933104 w 4240875"/>
              <a:gd name="csY3" fmla="*/ 0 h 587828"/>
              <a:gd name="csX4" fmla="*/ 1933104 w 4240875"/>
              <a:gd name="csY4" fmla="*/ 0 h 587828"/>
              <a:gd name="csX5" fmla="*/ 1933104 w 4240875"/>
              <a:gd name="csY5" fmla="*/ 0 h 587828"/>
            </a:gdLst>
            <a:ahLst/>
            <a:cxnLst>
              <a:cxn ang="0">
                <a:pos x="csX0" y="csY0"/>
              </a:cxn>
              <a:cxn ang="0">
                <a:pos x="csX1" y="csY1"/>
              </a:cxn>
              <a:cxn ang="0">
                <a:pos x="csX2" y="csY2"/>
              </a:cxn>
              <a:cxn ang="0">
                <a:pos x="csX3" y="csY3"/>
              </a:cxn>
              <a:cxn ang="0">
                <a:pos x="csX4" y="csY4"/>
              </a:cxn>
              <a:cxn ang="0">
                <a:pos x="csX5" y="csY5"/>
              </a:cxn>
            </a:cxnLst>
            <a:rect l="l" t="t" r="r" b="b"/>
            <a:pathLst>
              <a:path w="4240875" h="587828">
                <a:moveTo>
                  <a:pt x="4240875" y="587828"/>
                </a:moveTo>
                <a:lnTo>
                  <a:pt x="332904" y="152400"/>
                </a:lnTo>
                <a:cubicBezTo>
                  <a:pt x="-338382" y="81643"/>
                  <a:pt x="213161" y="163285"/>
                  <a:pt x="213161" y="163285"/>
                </a:cubicBezTo>
                <a:lnTo>
                  <a:pt x="1933104" y="0"/>
                </a:lnTo>
                <a:lnTo>
                  <a:pt x="1933104" y="0"/>
                </a:lnTo>
                <a:lnTo>
                  <a:pt x="193310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9973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BC082-A5F4-3280-A852-FFB084BD16B5}"/>
            </a:ext>
          </a:extLst>
        </p:cNvPr>
        <p:cNvGrpSpPr/>
        <p:nvPr/>
      </p:nvGrpSpPr>
      <p:grpSpPr>
        <a:xfrm>
          <a:off x="0" y="0"/>
          <a:ext cx="0" cy="0"/>
          <a:chOff x="0" y="0"/>
          <a:chExt cx="0" cy="0"/>
        </a:xfrm>
      </p:grpSpPr>
      <p:sp>
        <p:nvSpPr>
          <p:cNvPr id="75" name="PlaceHolder 1">
            <a:extLst>
              <a:ext uri="{FF2B5EF4-FFF2-40B4-BE49-F238E27FC236}">
                <a16:creationId xmlns:a16="http://schemas.microsoft.com/office/drawing/2014/main" id="{9CD87F7F-1683-21BF-A37B-BA52B9DF0149}"/>
              </a:ext>
            </a:extLst>
          </p:cNvPr>
          <p:cNvSpPr>
            <a:spLocks noGrp="1"/>
          </p:cNvSpPr>
          <p:nvPr>
            <p:ph type="title"/>
          </p:nvPr>
        </p:nvSpPr>
        <p:spPr>
          <a:xfrm>
            <a:off x="838080" y="159660"/>
            <a:ext cx="10515240" cy="587828"/>
          </a:xfrm>
          <a:prstGeom prst="rect">
            <a:avLst/>
          </a:prstGeom>
          <a:noFill/>
          <a:ln w="0">
            <a:noFill/>
          </a:ln>
        </p:spPr>
        <p:txBody>
          <a:bodyPr lIns="91440" tIns="45720" rIns="91440" bIns="45720" anchor="ctr">
            <a:noAutofit/>
          </a:bodyPr>
          <a:lstStyle/>
          <a:p>
            <a:pPr indent="0" algn="ctr" defTabSz="914400">
              <a:lnSpc>
                <a:spcPct val="90000"/>
              </a:lnSpc>
              <a:buNone/>
            </a:pPr>
            <a:r>
              <a:rPr lang="en-US" sz="4400" b="1" u="none" strike="noStrike" dirty="0">
                <a:solidFill>
                  <a:schemeClr val="dk1"/>
                </a:solidFill>
                <a:effectLst/>
                <a:uFillTx/>
                <a:latin typeface="Calibri Light"/>
              </a:rPr>
              <a:t>Example</a:t>
            </a:r>
            <a:endParaRPr lang="en-US" sz="4400" b="0" u="none" strike="noStrike" dirty="0">
              <a:solidFill>
                <a:schemeClr val="dk1"/>
              </a:solidFill>
              <a:effectLst/>
              <a:uFillTx/>
              <a:latin typeface="Calibri"/>
            </a:endParaRPr>
          </a:p>
        </p:txBody>
      </p:sp>
      <p:sp>
        <p:nvSpPr>
          <p:cNvPr id="2" name="TextBox 1">
            <a:extLst>
              <a:ext uri="{FF2B5EF4-FFF2-40B4-BE49-F238E27FC236}">
                <a16:creationId xmlns:a16="http://schemas.microsoft.com/office/drawing/2014/main" id="{398F3FF1-3A17-EF92-E038-05A43FFE5646}"/>
              </a:ext>
            </a:extLst>
          </p:cNvPr>
          <p:cNvSpPr txBox="1"/>
          <p:nvPr/>
        </p:nvSpPr>
        <p:spPr>
          <a:xfrm>
            <a:off x="5638800" y="2971800"/>
            <a:ext cx="914400" cy="914400"/>
          </a:xfrm>
          <a:prstGeom prst="rect">
            <a:avLst/>
          </a:prstGeom>
          <a:noFill/>
        </p:spPr>
        <p:txBody>
          <a:bodyPr wrap="square" rtlCol="0">
            <a:spAutoFit/>
          </a:bodyPr>
          <a:lstStyle/>
          <a:p>
            <a:endParaRPr lang="en-US" dirty="0"/>
          </a:p>
        </p:txBody>
      </p:sp>
      <p:sp>
        <p:nvSpPr>
          <p:cNvPr id="9" name="Freeform: Shape 8">
            <a:extLst>
              <a:ext uri="{FF2B5EF4-FFF2-40B4-BE49-F238E27FC236}">
                <a16:creationId xmlns:a16="http://schemas.microsoft.com/office/drawing/2014/main" id="{481A49AD-2086-F4A2-79D4-487280EBC818}"/>
              </a:ext>
            </a:extLst>
          </p:cNvPr>
          <p:cNvSpPr/>
          <p:nvPr/>
        </p:nvSpPr>
        <p:spPr>
          <a:xfrm>
            <a:off x="5197039" y="3940629"/>
            <a:ext cx="4240875" cy="587828"/>
          </a:xfrm>
          <a:custGeom>
            <a:avLst/>
            <a:gdLst>
              <a:gd name="csX0" fmla="*/ 4240875 w 4240875"/>
              <a:gd name="csY0" fmla="*/ 587828 h 587828"/>
              <a:gd name="csX1" fmla="*/ 332904 w 4240875"/>
              <a:gd name="csY1" fmla="*/ 152400 h 587828"/>
              <a:gd name="csX2" fmla="*/ 213161 w 4240875"/>
              <a:gd name="csY2" fmla="*/ 163285 h 587828"/>
              <a:gd name="csX3" fmla="*/ 1933104 w 4240875"/>
              <a:gd name="csY3" fmla="*/ 0 h 587828"/>
              <a:gd name="csX4" fmla="*/ 1933104 w 4240875"/>
              <a:gd name="csY4" fmla="*/ 0 h 587828"/>
              <a:gd name="csX5" fmla="*/ 1933104 w 4240875"/>
              <a:gd name="csY5" fmla="*/ 0 h 587828"/>
            </a:gdLst>
            <a:ahLst/>
            <a:cxnLst>
              <a:cxn ang="0">
                <a:pos x="csX0" y="csY0"/>
              </a:cxn>
              <a:cxn ang="0">
                <a:pos x="csX1" y="csY1"/>
              </a:cxn>
              <a:cxn ang="0">
                <a:pos x="csX2" y="csY2"/>
              </a:cxn>
              <a:cxn ang="0">
                <a:pos x="csX3" y="csY3"/>
              </a:cxn>
              <a:cxn ang="0">
                <a:pos x="csX4" y="csY4"/>
              </a:cxn>
              <a:cxn ang="0">
                <a:pos x="csX5" y="csY5"/>
              </a:cxn>
            </a:cxnLst>
            <a:rect l="l" t="t" r="r" b="b"/>
            <a:pathLst>
              <a:path w="4240875" h="587828">
                <a:moveTo>
                  <a:pt x="4240875" y="587828"/>
                </a:moveTo>
                <a:lnTo>
                  <a:pt x="332904" y="152400"/>
                </a:lnTo>
                <a:cubicBezTo>
                  <a:pt x="-338382" y="81643"/>
                  <a:pt x="213161" y="163285"/>
                  <a:pt x="213161" y="163285"/>
                </a:cubicBezTo>
                <a:lnTo>
                  <a:pt x="1933104" y="0"/>
                </a:lnTo>
                <a:lnTo>
                  <a:pt x="1933104" y="0"/>
                </a:lnTo>
                <a:lnTo>
                  <a:pt x="193310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E963C31-F132-C6AE-2B9A-D804B134FCB2}"/>
              </a:ext>
            </a:extLst>
          </p:cNvPr>
          <p:cNvPicPr>
            <a:picLocks noChangeAspect="1"/>
          </p:cNvPicPr>
          <p:nvPr/>
        </p:nvPicPr>
        <p:blipFill>
          <a:blip r:embed="rId3"/>
          <a:stretch>
            <a:fillRect/>
          </a:stretch>
        </p:blipFill>
        <p:spPr>
          <a:xfrm>
            <a:off x="528692" y="1061730"/>
            <a:ext cx="4210050" cy="5019675"/>
          </a:xfrm>
          <a:prstGeom prst="rect">
            <a:avLst/>
          </a:prstGeom>
        </p:spPr>
      </p:pic>
      <p:pic>
        <p:nvPicPr>
          <p:cNvPr id="6" name="Picture 5">
            <a:extLst>
              <a:ext uri="{FF2B5EF4-FFF2-40B4-BE49-F238E27FC236}">
                <a16:creationId xmlns:a16="http://schemas.microsoft.com/office/drawing/2014/main" id="{3F3F33E1-F369-723C-F18B-15673D3E3E6F}"/>
              </a:ext>
            </a:extLst>
          </p:cNvPr>
          <p:cNvPicPr>
            <a:picLocks noChangeAspect="1"/>
          </p:cNvPicPr>
          <p:nvPr/>
        </p:nvPicPr>
        <p:blipFill>
          <a:blip r:embed="rId4"/>
          <a:stretch>
            <a:fillRect/>
          </a:stretch>
        </p:blipFill>
        <p:spPr>
          <a:xfrm>
            <a:off x="6743699" y="1180331"/>
            <a:ext cx="4517873" cy="4497337"/>
          </a:xfrm>
          <a:prstGeom prst="rect">
            <a:avLst/>
          </a:prstGeom>
        </p:spPr>
      </p:pic>
      <p:sp>
        <p:nvSpPr>
          <p:cNvPr id="11" name="TextBox 10">
            <a:extLst>
              <a:ext uri="{FF2B5EF4-FFF2-40B4-BE49-F238E27FC236}">
                <a16:creationId xmlns:a16="http://schemas.microsoft.com/office/drawing/2014/main" id="{C79F6E05-E12E-8658-C071-431D37EB07C7}"/>
              </a:ext>
            </a:extLst>
          </p:cNvPr>
          <p:cNvSpPr txBox="1"/>
          <p:nvPr/>
        </p:nvSpPr>
        <p:spPr>
          <a:xfrm>
            <a:off x="0" y="6314193"/>
            <a:ext cx="12361934" cy="400110"/>
          </a:xfrm>
          <a:prstGeom prst="rect">
            <a:avLst/>
          </a:prstGeom>
          <a:noFill/>
        </p:spPr>
        <p:txBody>
          <a:bodyPr wrap="square">
            <a:spAutoFit/>
          </a:bodyPr>
          <a:lstStyle/>
          <a:p>
            <a:r>
              <a:rPr lang="en-US" sz="2000" b="1" dirty="0">
                <a:solidFill>
                  <a:srgbClr val="FF0000"/>
                </a:solidFill>
                <a:latin typeface="Dreaming Outloud Pro" panose="03050502040302030504" pitchFamily="66" charset="0"/>
                <a:cs typeface="Dreaming Outloud Pro" panose="03050502040302030504" pitchFamily="66" charset="0"/>
              </a:rPr>
              <a:t>Be careful, because with some compilers a function declared after its use might still work, but it is not standard</a:t>
            </a:r>
          </a:p>
        </p:txBody>
      </p:sp>
    </p:spTree>
    <p:extLst>
      <p:ext uri="{BB962C8B-B14F-4D97-AF65-F5344CB8AC3E}">
        <p14:creationId xmlns:p14="http://schemas.microsoft.com/office/powerpoint/2010/main" val="40076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125460"/>
            <a:ext cx="10844640" cy="1325160"/>
          </a:xfrm>
          <a:prstGeom prst="rect">
            <a:avLst/>
          </a:prstGeom>
          <a:noFill/>
          <a:ln w="0">
            <a:noFill/>
          </a:ln>
        </p:spPr>
        <p:txBody>
          <a:bodyPr lIns="91440" tIns="45720" rIns="91440" bIns="45720" anchor="ctr">
            <a:noAutofit/>
          </a:bodyPr>
          <a:lstStyle/>
          <a:p>
            <a:pPr indent="0" defTabSz="914400">
              <a:lnSpc>
                <a:spcPct val="90000"/>
              </a:lnSpc>
              <a:buNone/>
            </a:pPr>
            <a:r>
              <a:rPr lang="it-IT" sz="4000" b="1" u="none" strike="noStrike" dirty="0" err="1">
                <a:solidFill>
                  <a:srgbClr val="00B050"/>
                </a:solidFill>
                <a:effectLst/>
                <a:uFillTx/>
                <a:latin typeface="Calibri Light"/>
              </a:rPr>
              <a:t>Exercise</a:t>
            </a:r>
            <a:r>
              <a:rPr lang="it-IT" sz="4000" b="1" u="none" strike="noStrike" dirty="0">
                <a:solidFill>
                  <a:srgbClr val="00B050"/>
                </a:solidFill>
                <a:effectLst/>
                <a:uFillTx/>
                <a:latin typeface="Calibri Light"/>
              </a:rPr>
              <a:t> 1 (</a:t>
            </a:r>
            <a:r>
              <a:rPr lang="it-IT" sz="4000" b="1" u="none" strike="noStrike" dirty="0" err="1">
                <a:solidFill>
                  <a:srgbClr val="00B050"/>
                </a:solidFill>
                <a:effectLst/>
                <a:uFillTx/>
                <a:latin typeface="Calibri Light"/>
              </a:rPr>
              <a:t>simple</a:t>
            </a:r>
            <a:r>
              <a:rPr lang="it-IT" sz="4000" b="1" u="none" strike="noStrike" dirty="0">
                <a:solidFill>
                  <a:srgbClr val="00B050"/>
                </a:solidFill>
                <a:effectLst/>
                <a:uFillTx/>
                <a:latin typeface="Calibri Light"/>
              </a:rPr>
              <a:t>)</a:t>
            </a:r>
            <a:r>
              <a:rPr lang="it-IT" sz="4000" b="1" u="none" strike="noStrike" dirty="0">
                <a:solidFill>
                  <a:schemeClr val="dk1"/>
                </a:solidFill>
                <a:effectLst/>
                <a:uFillTx/>
                <a:latin typeface="Calibri Light"/>
              </a:rPr>
              <a:t>: </a:t>
            </a:r>
            <a:r>
              <a:rPr lang="en-US" sz="4000" b="1" u="none" strike="noStrike" dirty="0">
                <a:solidFill>
                  <a:schemeClr val="dk1"/>
                </a:solidFill>
                <a:effectLst/>
                <a:uFillTx/>
                <a:latin typeface="Calibri Light"/>
              </a:rPr>
              <a:t>Calculate the area of rectangle, triangle and cylinder using function </a:t>
            </a:r>
            <a:r>
              <a:rPr lang="en-US" sz="4000" b="1" dirty="0">
                <a:solidFill>
                  <a:schemeClr val="dk1"/>
                </a:solidFill>
                <a:latin typeface="Calibri Light"/>
              </a:rPr>
              <a:t>o</a:t>
            </a:r>
            <a:r>
              <a:rPr lang="en-US" sz="4000" b="1" u="none" strike="noStrike" dirty="0">
                <a:solidFill>
                  <a:schemeClr val="dk1"/>
                </a:solidFill>
                <a:effectLst/>
                <a:uFillTx/>
                <a:latin typeface="Calibri Light"/>
              </a:rPr>
              <a:t>verloading </a:t>
            </a:r>
            <a:endParaRPr lang="en-US" sz="4000" b="0" u="none" strike="noStrike" dirty="0">
              <a:solidFill>
                <a:schemeClr val="dk1"/>
              </a:solidFill>
              <a:effectLst/>
              <a:uFillTx/>
              <a:latin typeface="Calibri"/>
            </a:endParaRPr>
          </a:p>
        </p:txBody>
      </p:sp>
      <p:sp>
        <p:nvSpPr>
          <p:cNvPr id="78" name="PlaceHolder 2"/>
          <p:cNvSpPr>
            <a:spLocks noGrp="1"/>
          </p:cNvSpPr>
          <p:nvPr>
            <p:ph/>
          </p:nvPr>
        </p:nvSpPr>
        <p:spPr>
          <a:xfrm>
            <a:off x="653040" y="1516680"/>
            <a:ext cx="5607360" cy="5059800"/>
          </a:xfrm>
          <a:prstGeom prst="rect">
            <a:avLst/>
          </a:prstGeom>
          <a:noFill/>
          <a:ln w="0">
            <a:noFill/>
          </a:ln>
        </p:spPr>
        <p:txBody>
          <a:bodyPr lIns="91440" tIns="45720" rIns="91440" bIns="45720" anchor="t">
            <a:normAutofit fontScale="92500" lnSpcReduction="9999"/>
          </a:bodyPr>
          <a:lstStyle/>
          <a:p>
            <a:pPr indent="0" algn="just" defTabSz="914400">
              <a:lnSpc>
                <a:spcPct val="90000"/>
              </a:lnSpc>
              <a:spcBef>
                <a:spcPts val="1001"/>
              </a:spcBef>
              <a:buNone/>
              <a:tabLst>
                <a:tab pos="0" algn="l"/>
              </a:tabLst>
            </a:pPr>
            <a:r>
              <a:rPr lang="en-US" sz="2800" b="0" u="none" strike="noStrike" dirty="0">
                <a:solidFill>
                  <a:schemeClr val="dk1"/>
                </a:solidFill>
                <a:effectLst/>
                <a:uFillTx/>
                <a:latin typeface="Calibri"/>
              </a:rPr>
              <a:t>Write a C++ program that defines a function to calculate </a:t>
            </a:r>
            <a:r>
              <a:rPr lang="en-US" sz="2800" b="1" u="none" strike="noStrike" dirty="0">
                <a:solidFill>
                  <a:srgbClr val="FF0000"/>
                </a:solidFill>
                <a:effectLst/>
                <a:uFillTx/>
                <a:latin typeface="Calibri"/>
              </a:rPr>
              <a:t>the area of rectangle, triangle and cylinder </a:t>
            </a:r>
            <a:r>
              <a:rPr lang="en-US" sz="2800" b="0" u="none" strike="noStrike" dirty="0">
                <a:solidFill>
                  <a:schemeClr val="dk1"/>
                </a:solidFill>
                <a:effectLst/>
                <a:uFillTx/>
                <a:latin typeface="Calibri"/>
              </a:rPr>
              <a:t>using function overloading technique </a:t>
            </a:r>
          </a:p>
          <a:p>
            <a:pPr indent="0" algn="just" defTabSz="914400">
              <a:lnSpc>
                <a:spcPct val="90000"/>
              </a:lnSpc>
              <a:spcBef>
                <a:spcPts val="1001"/>
              </a:spcBef>
              <a:buNone/>
              <a:tabLst>
                <a:tab pos="0" algn="l"/>
              </a:tabLst>
            </a:pPr>
            <a:endParaRPr lang="en-US" sz="11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r>
              <a:rPr lang="en-US" sz="2800" b="1" u="none" strike="noStrike" dirty="0">
                <a:solidFill>
                  <a:schemeClr val="dk1"/>
                </a:solidFill>
                <a:effectLst/>
                <a:uFillTx/>
                <a:latin typeface="Calibri"/>
              </a:rPr>
              <a:t>Steps:</a:t>
            </a:r>
            <a:endParaRPr lang="en-US" sz="2800" b="0" u="none" strike="noStrike" dirty="0">
              <a:solidFill>
                <a:schemeClr val="dk1"/>
              </a:solidFill>
              <a:effectLst/>
              <a:uFillTx/>
              <a:latin typeface="Calibri"/>
            </a:endParaRPr>
          </a:p>
          <a:p>
            <a:pPr marL="514350" indent="-514350" algn="just" defTabSz="914400">
              <a:lnSpc>
                <a:spcPct val="90000"/>
              </a:lnSpc>
              <a:spcBef>
                <a:spcPts val="1001"/>
              </a:spcBef>
              <a:buAutoNum type="arabicPeriod"/>
              <a:tabLst>
                <a:tab pos="0" algn="l"/>
              </a:tabLst>
            </a:pPr>
            <a:r>
              <a:rPr lang="en-US" sz="2800" b="0" u="none" strike="noStrike" dirty="0">
                <a:solidFill>
                  <a:schemeClr val="dk1"/>
                </a:solidFill>
                <a:effectLst/>
                <a:uFillTx/>
                <a:latin typeface="Calibri"/>
              </a:rPr>
              <a:t>Define a function prototype</a:t>
            </a:r>
          </a:p>
          <a:p>
            <a:pPr marL="514350" indent="-514350" algn="just" defTabSz="914400">
              <a:lnSpc>
                <a:spcPct val="90000"/>
              </a:lnSpc>
              <a:spcBef>
                <a:spcPts val="1001"/>
              </a:spcBef>
              <a:buAutoNum type="arabicPeriod"/>
              <a:tabLst>
                <a:tab pos="0" algn="l"/>
              </a:tabLst>
            </a:pPr>
            <a:r>
              <a:rPr lang="en-US" sz="2800" dirty="0">
                <a:solidFill>
                  <a:schemeClr val="dk1"/>
                </a:solidFill>
                <a:latin typeface="Calibri"/>
              </a:rPr>
              <a:t>Create three function for each part to calculate the area using function overloading technique. </a:t>
            </a:r>
          </a:p>
          <a:p>
            <a:pPr marL="514350" indent="-514350" algn="just" defTabSz="914400">
              <a:lnSpc>
                <a:spcPct val="90000"/>
              </a:lnSpc>
              <a:spcBef>
                <a:spcPts val="1001"/>
              </a:spcBef>
              <a:buAutoNum type="arabicPeriod"/>
              <a:tabLst>
                <a:tab pos="0" algn="l"/>
              </a:tabLst>
            </a:pPr>
            <a:r>
              <a:rPr lang="en-US" sz="2800" b="0" u="none" strike="noStrike" dirty="0">
                <a:solidFill>
                  <a:schemeClr val="dk1"/>
                </a:solidFill>
                <a:effectLst/>
                <a:uFillTx/>
                <a:latin typeface="Calibri"/>
              </a:rPr>
              <a:t>Call the function in </a:t>
            </a:r>
            <a:r>
              <a:rPr lang="en-US" sz="2800" b="1" u="none" strike="noStrike" dirty="0">
                <a:solidFill>
                  <a:schemeClr val="accent1"/>
                </a:solidFill>
                <a:effectLst/>
                <a:uFillTx/>
                <a:latin typeface="Calibri"/>
              </a:rPr>
              <a:t>main()</a:t>
            </a:r>
            <a:r>
              <a:rPr lang="en-US" sz="2800" b="0" u="none" strike="noStrike" dirty="0">
                <a:solidFill>
                  <a:schemeClr val="dk1"/>
                </a:solidFill>
                <a:effectLst/>
                <a:uFillTx/>
                <a:latin typeface="Calibri"/>
              </a:rPr>
              <a:t>.</a:t>
            </a: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400" b="0" u="none" strike="noStrike" dirty="0">
              <a:solidFill>
                <a:schemeClr val="dk1"/>
              </a:solidFill>
              <a:effectLst/>
              <a:uFillTx/>
              <a:latin typeface="Calibri"/>
            </a:endParaRPr>
          </a:p>
        </p:txBody>
      </p:sp>
      <p:sp>
        <p:nvSpPr>
          <p:cNvPr id="79" name="Content Placeholder 2"/>
          <p:cNvSpPr/>
          <p:nvPr/>
        </p:nvSpPr>
        <p:spPr>
          <a:xfrm>
            <a:off x="6972480" y="2873900"/>
            <a:ext cx="4566480" cy="3702580"/>
          </a:xfrm>
          <a:prstGeom prst="rect">
            <a:avLst/>
          </a:prstGeom>
          <a:solidFill>
            <a:schemeClr val="accent1">
              <a:lumMod val="20000"/>
              <a:lumOff val="80000"/>
            </a:schemeClr>
          </a:solidFill>
          <a:ln w="0">
            <a:solidFill>
              <a:srgbClr val="000000"/>
            </a:solidFill>
          </a:ln>
        </p:spPr>
        <p:style>
          <a:lnRef idx="0">
            <a:scrgbClr r="0" g="0" b="0"/>
          </a:lnRef>
          <a:fillRef idx="0">
            <a:scrgbClr r="0" g="0" b="0"/>
          </a:fillRef>
          <a:effectRef idx="0">
            <a:scrgbClr r="0" g="0" b="0"/>
          </a:effectRef>
          <a:fontRef idx="minor"/>
        </p:style>
        <p:txBody>
          <a:bodyPr anchor="t">
            <a:normAutofit/>
          </a:bodyPr>
          <a:lstStyle/>
          <a:p>
            <a:pPr defTabSz="914400">
              <a:lnSpc>
                <a:spcPct val="90000"/>
              </a:lnSpc>
              <a:spcBef>
                <a:spcPts val="1001"/>
              </a:spcBef>
              <a:tabLst>
                <a:tab pos="0" algn="l"/>
              </a:tabLst>
            </a:pPr>
            <a:r>
              <a:rPr lang="en-US" sz="2000" b="1" u="none" strike="noStrike" dirty="0">
                <a:solidFill>
                  <a:schemeClr val="dk1"/>
                </a:solidFill>
                <a:effectLst/>
                <a:uFillTx/>
              </a:rPr>
              <a:t>Input:</a:t>
            </a:r>
            <a:endParaRPr lang="en-US" sz="2000" b="0" u="none" strike="noStrike" dirty="0">
              <a:solidFill>
                <a:srgbClr val="000000"/>
              </a:solidFill>
              <a:effectLst/>
              <a:uFillTx/>
            </a:endParaRPr>
          </a:p>
          <a:p>
            <a:pPr marL="228600" indent="-228600" defTabSz="914400">
              <a:lnSpc>
                <a:spcPct val="90000"/>
              </a:lnSpc>
              <a:spcBef>
                <a:spcPts val="1001"/>
              </a:spcBef>
              <a:buClr>
                <a:srgbClr val="000000"/>
              </a:buClr>
              <a:buFont typeface="Arial"/>
              <a:buChar char="•"/>
              <a:tabLst>
                <a:tab pos="0" algn="l"/>
              </a:tabLst>
            </a:pPr>
            <a:r>
              <a:rPr lang="en-US" sz="2000" dirty="0">
                <a:solidFill>
                  <a:schemeClr val="dk1"/>
                </a:solidFill>
              </a:rPr>
              <a:t>Length</a:t>
            </a:r>
            <a:r>
              <a:rPr lang="en-US" sz="2000" b="0" u="none" strike="noStrike" dirty="0">
                <a:solidFill>
                  <a:schemeClr val="dk1"/>
                </a:solidFill>
                <a:effectLst/>
                <a:uFillTx/>
              </a:rPr>
              <a:t> = 7</a:t>
            </a:r>
            <a:endParaRPr lang="en-US" sz="2000" b="0" u="none" strike="noStrike" dirty="0">
              <a:solidFill>
                <a:srgbClr val="000000"/>
              </a:solidFill>
              <a:effectLst/>
              <a:uFillTx/>
            </a:endParaRPr>
          </a:p>
          <a:p>
            <a:pPr marL="228600" indent="-228600" defTabSz="914400">
              <a:lnSpc>
                <a:spcPct val="90000"/>
              </a:lnSpc>
              <a:spcBef>
                <a:spcPts val="1001"/>
              </a:spcBef>
              <a:buClr>
                <a:srgbClr val="000000"/>
              </a:buClr>
              <a:buFont typeface="Arial"/>
              <a:buChar char="•"/>
              <a:tabLst>
                <a:tab pos="0" algn="l"/>
              </a:tabLst>
            </a:pPr>
            <a:r>
              <a:rPr lang="en-US" sz="2000" dirty="0">
                <a:solidFill>
                  <a:schemeClr val="dk1"/>
                </a:solidFill>
              </a:rPr>
              <a:t>Width</a:t>
            </a:r>
            <a:r>
              <a:rPr lang="en-US" sz="2000" b="0" u="none" strike="noStrike" dirty="0">
                <a:solidFill>
                  <a:schemeClr val="dk1"/>
                </a:solidFill>
                <a:effectLst/>
                <a:uFillTx/>
              </a:rPr>
              <a:t>  = 10</a:t>
            </a:r>
          </a:p>
          <a:p>
            <a:pPr marL="228600" indent="-228600" defTabSz="914400">
              <a:lnSpc>
                <a:spcPct val="90000"/>
              </a:lnSpc>
              <a:spcBef>
                <a:spcPts val="1001"/>
              </a:spcBef>
              <a:buClr>
                <a:srgbClr val="000000"/>
              </a:buClr>
              <a:buFont typeface="Arial"/>
              <a:buChar char="•"/>
              <a:tabLst>
                <a:tab pos="0" algn="l"/>
              </a:tabLst>
            </a:pPr>
            <a:r>
              <a:rPr lang="en-US" sz="2000" b="0" u="none" strike="noStrike" dirty="0">
                <a:solidFill>
                  <a:srgbClr val="000000"/>
                </a:solidFill>
                <a:effectLst/>
                <a:uFillTx/>
              </a:rPr>
              <a:t>Base  = 12</a:t>
            </a:r>
          </a:p>
          <a:p>
            <a:pPr marL="228600" indent="-228600" defTabSz="914400">
              <a:lnSpc>
                <a:spcPct val="90000"/>
              </a:lnSpc>
              <a:spcBef>
                <a:spcPts val="1001"/>
              </a:spcBef>
              <a:buClr>
                <a:srgbClr val="000000"/>
              </a:buClr>
              <a:buFont typeface="Arial"/>
              <a:buChar char="•"/>
              <a:tabLst>
                <a:tab pos="0" algn="l"/>
              </a:tabLst>
            </a:pPr>
            <a:r>
              <a:rPr lang="en-US" sz="2000" b="0" u="none" strike="noStrike" dirty="0">
                <a:solidFill>
                  <a:srgbClr val="000000"/>
                </a:solidFill>
                <a:effectLst/>
                <a:uFillTx/>
              </a:rPr>
              <a:t>Height = 7, Radius = 3</a:t>
            </a:r>
          </a:p>
          <a:p>
            <a:pPr defTabSz="914400">
              <a:lnSpc>
                <a:spcPct val="90000"/>
              </a:lnSpc>
              <a:spcBef>
                <a:spcPts val="1001"/>
              </a:spcBef>
              <a:tabLst>
                <a:tab pos="0" algn="l"/>
              </a:tabLst>
            </a:pPr>
            <a:r>
              <a:rPr lang="en-US" sz="2000" b="1" u="none" strike="noStrike" dirty="0">
                <a:solidFill>
                  <a:schemeClr val="dk1"/>
                </a:solidFill>
                <a:effectLst/>
                <a:uFillTx/>
              </a:rPr>
              <a:t>Output:</a:t>
            </a:r>
          </a:p>
          <a:p>
            <a:pPr defTabSz="914400">
              <a:lnSpc>
                <a:spcPct val="90000"/>
              </a:lnSpc>
              <a:spcBef>
                <a:spcPts val="1001"/>
              </a:spcBef>
              <a:tabLst>
                <a:tab pos="0" algn="l"/>
              </a:tabLst>
            </a:pPr>
            <a:r>
              <a:rPr lang="en-US" sz="2000" dirty="0">
                <a:solidFill>
                  <a:schemeClr val="dk1"/>
                </a:solidFill>
              </a:rPr>
              <a:t>Area of Rectangle: </a:t>
            </a:r>
            <a:r>
              <a:rPr lang="en-US" sz="2000" u="none" strike="noStrike" dirty="0">
                <a:solidFill>
                  <a:schemeClr val="dk1"/>
                </a:solidFill>
                <a:effectLst/>
                <a:uFillTx/>
              </a:rPr>
              <a:t> 70</a:t>
            </a:r>
            <a:endParaRPr lang="en-US" sz="2000" dirty="0">
              <a:solidFill>
                <a:schemeClr val="dk1"/>
              </a:solidFill>
            </a:endParaRPr>
          </a:p>
          <a:p>
            <a:pPr defTabSz="914400">
              <a:lnSpc>
                <a:spcPct val="90000"/>
              </a:lnSpc>
              <a:spcBef>
                <a:spcPts val="1001"/>
              </a:spcBef>
              <a:tabLst>
                <a:tab pos="0" algn="l"/>
              </a:tabLst>
            </a:pPr>
            <a:r>
              <a:rPr lang="en-US" sz="2000" dirty="0">
                <a:solidFill>
                  <a:schemeClr val="dk1"/>
                </a:solidFill>
              </a:rPr>
              <a:t>Area of Triangle: 120</a:t>
            </a:r>
          </a:p>
          <a:p>
            <a:pPr defTabSz="914400">
              <a:lnSpc>
                <a:spcPct val="90000"/>
              </a:lnSpc>
              <a:spcBef>
                <a:spcPts val="1001"/>
              </a:spcBef>
              <a:tabLst>
                <a:tab pos="0" algn="l"/>
              </a:tabLst>
            </a:pPr>
            <a:r>
              <a:rPr lang="en-US" sz="2000" b="0" u="none" strike="noStrike" dirty="0">
                <a:solidFill>
                  <a:schemeClr val="dk1"/>
                </a:solidFill>
                <a:effectLst/>
                <a:uFillTx/>
              </a:rPr>
              <a:t>Area of Cylinder: 188.4</a:t>
            </a:r>
            <a:endParaRPr lang="en-US" sz="2000" b="0" u="none" strike="noStrike" dirty="0">
              <a:solidFill>
                <a:srgbClr val="000000"/>
              </a:solidFill>
              <a:effectLst/>
              <a:uFillTx/>
            </a:endParaRPr>
          </a:p>
        </p:txBody>
      </p:sp>
      <p:sp>
        <p:nvSpPr>
          <p:cNvPr id="80" name="TextBox 4"/>
          <p:cNvSpPr/>
          <p:nvPr/>
        </p:nvSpPr>
        <p:spPr>
          <a:xfrm>
            <a:off x="6972480" y="2029680"/>
            <a:ext cx="1668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dirty="0">
                <a:solidFill>
                  <a:schemeClr val="dk1"/>
                </a:solidFill>
                <a:effectLst/>
                <a:uFillTx/>
                <a:latin typeface="Dreaming Outloud Pro"/>
              </a:rPr>
              <a:t>Example:</a:t>
            </a:r>
            <a:endParaRPr lang="en-US" sz="3200" b="0" u="none" strike="noStrike" dirty="0">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380" y="82012"/>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it-IT" sz="4400" b="1" u="none" strike="noStrike" dirty="0" err="1">
                <a:solidFill>
                  <a:srgbClr val="00B050"/>
                </a:solidFill>
                <a:effectLst/>
                <a:uFillTx/>
                <a:latin typeface="Calibri Light"/>
              </a:rPr>
              <a:t>Exercise</a:t>
            </a:r>
            <a:r>
              <a:rPr lang="it-IT" sz="4400" b="1" u="none" strike="noStrike" dirty="0">
                <a:solidFill>
                  <a:srgbClr val="00B050"/>
                </a:solidFill>
                <a:effectLst/>
                <a:uFillTx/>
                <a:latin typeface="Calibri Light"/>
              </a:rPr>
              <a:t> 2 (</a:t>
            </a:r>
            <a:r>
              <a:rPr lang="it-IT" sz="4400" b="1" u="none" strike="noStrike" dirty="0" err="1">
                <a:solidFill>
                  <a:srgbClr val="00B050"/>
                </a:solidFill>
                <a:effectLst/>
                <a:uFillTx/>
                <a:latin typeface="Calibri Light"/>
              </a:rPr>
              <a:t>simple</a:t>
            </a:r>
            <a:r>
              <a:rPr lang="it-IT" sz="4400" b="1" u="none" strike="noStrike" dirty="0">
                <a:solidFill>
                  <a:srgbClr val="00B050"/>
                </a:solidFill>
                <a:effectLst/>
                <a:uFillTx/>
                <a:latin typeface="Calibri Light"/>
              </a:rPr>
              <a:t>)</a:t>
            </a:r>
            <a:r>
              <a:rPr lang="it-IT" sz="4400" b="1" u="none" strike="noStrike" dirty="0">
                <a:solidFill>
                  <a:schemeClr val="dk1"/>
                </a:solidFill>
                <a:effectLst/>
                <a:uFillTx/>
                <a:latin typeface="Calibri Light"/>
              </a:rPr>
              <a:t>: </a:t>
            </a:r>
            <a:r>
              <a:rPr lang="en-US" sz="4400" b="1" u="none" strike="noStrike" dirty="0">
                <a:solidFill>
                  <a:schemeClr val="dk1"/>
                </a:solidFill>
                <a:effectLst/>
                <a:uFillTx/>
                <a:latin typeface="Calibri Light"/>
              </a:rPr>
              <a:t>Check if a number is prime</a:t>
            </a:r>
            <a:endParaRPr lang="en-US" sz="4400" b="0" u="none" strike="noStrike" dirty="0">
              <a:solidFill>
                <a:schemeClr val="dk1"/>
              </a:solidFill>
              <a:effectLst/>
              <a:uFillTx/>
              <a:latin typeface="Calibri"/>
            </a:endParaRPr>
          </a:p>
        </p:txBody>
      </p:sp>
      <p:sp>
        <p:nvSpPr>
          <p:cNvPr id="82" name="PlaceHolder 2"/>
          <p:cNvSpPr>
            <a:spLocks noGrp="1"/>
          </p:cNvSpPr>
          <p:nvPr>
            <p:ph/>
          </p:nvPr>
        </p:nvSpPr>
        <p:spPr>
          <a:xfrm>
            <a:off x="624240" y="1618560"/>
            <a:ext cx="6348240" cy="5560920"/>
          </a:xfrm>
          <a:prstGeom prst="rect">
            <a:avLst/>
          </a:prstGeom>
          <a:noFill/>
          <a:ln w="0">
            <a:noFill/>
          </a:ln>
        </p:spPr>
        <p:txBody>
          <a:bodyPr lIns="91440" tIns="45720" rIns="91440" bIns="45720" anchor="t">
            <a:normAutofit fontScale="92500" lnSpcReduction="19999"/>
          </a:bodyPr>
          <a:lstStyle/>
          <a:p>
            <a:pPr indent="0" algn="just" defTabSz="914400">
              <a:lnSpc>
                <a:spcPct val="90000"/>
              </a:lnSpc>
              <a:spcBef>
                <a:spcPts val="1001"/>
              </a:spcBef>
              <a:buNone/>
              <a:tabLst>
                <a:tab pos="0" algn="l"/>
              </a:tabLst>
            </a:pPr>
            <a:r>
              <a:rPr lang="en-US" sz="2800" b="0" u="none" strike="noStrike" dirty="0">
                <a:solidFill>
                  <a:schemeClr val="dk1"/>
                </a:solidFill>
                <a:effectLst/>
                <a:uFillTx/>
                <a:latin typeface="Calibri"/>
              </a:rPr>
              <a:t>Write a C++ program that defines a function called </a:t>
            </a:r>
            <a:r>
              <a:rPr lang="en-US" sz="2800" b="1" u="none" strike="noStrike" dirty="0">
                <a:solidFill>
                  <a:srgbClr val="FF0000"/>
                </a:solidFill>
                <a:effectLst/>
                <a:uFillTx/>
                <a:latin typeface="Calibri"/>
              </a:rPr>
              <a:t>“</a:t>
            </a:r>
            <a:r>
              <a:rPr lang="en-US" sz="2800" b="1" u="none" strike="noStrike" dirty="0" err="1">
                <a:solidFill>
                  <a:srgbClr val="FF0000"/>
                </a:solidFill>
                <a:effectLst/>
                <a:uFillTx/>
                <a:latin typeface="Calibri"/>
              </a:rPr>
              <a:t>isPrime</a:t>
            </a:r>
            <a:r>
              <a:rPr lang="en-US" sz="2800" b="1" u="none" strike="noStrike" dirty="0">
                <a:solidFill>
                  <a:srgbClr val="FF0000"/>
                </a:solidFill>
                <a:effectLst/>
                <a:uFillTx/>
                <a:latin typeface="Calibri"/>
              </a:rPr>
              <a:t>”</a:t>
            </a:r>
            <a:r>
              <a:rPr lang="en-US" sz="2800" b="1" u="none" strike="noStrike" dirty="0">
                <a:solidFill>
                  <a:schemeClr val="dk1"/>
                </a:solidFill>
                <a:effectLst/>
                <a:uFillTx/>
                <a:latin typeface="Calibri"/>
              </a:rPr>
              <a:t> </a:t>
            </a:r>
            <a:r>
              <a:rPr lang="en-US" sz="2800" b="0" u="none" strike="noStrike" dirty="0">
                <a:solidFill>
                  <a:schemeClr val="dk1"/>
                </a:solidFill>
                <a:effectLst/>
                <a:uFillTx/>
                <a:latin typeface="Calibri"/>
              </a:rPr>
              <a:t>that takes an integer as a parameter and returns </a:t>
            </a:r>
            <a:r>
              <a:rPr lang="en-US" sz="2800" b="1" u="none" strike="noStrike" dirty="0">
                <a:solidFill>
                  <a:srgbClr val="FF0000"/>
                </a:solidFill>
                <a:effectLst/>
                <a:uFillTx/>
                <a:latin typeface="Calibri"/>
              </a:rPr>
              <a:t>true</a:t>
            </a:r>
            <a:r>
              <a:rPr lang="en-US" sz="2800" b="1" u="none" strike="noStrike" dirty="0">
                <a:solidFill>
                  <a:schemeClr val="dk1"/>
                </a:solidFill>
                <a:effectLst/>
                <a:uFillTx/>
                <a:latin typeface="Calibri"/>
              </a:rPr>
              <a:t> </a:t>
            </a:r>
            <a:r>
              <a:rPr lang="en-US" sz="2800" b="0" u="none" strike="noStrike" dirty="0">
                <a:solidFill>
                  <a:schemeClr val="dk1"/>
                </a:solidFill>
                <a:effectLst/>
                <a:uFillTx/>
                <a:latin typeface="Calibri"/>
              </a:rPr>
              <a:t>if it's a prime number, otherwise </a:t>
            </a:r>
            <a:r>
              <a:rPr lang="en-US" sz="2800" b="1" u="none" strike="noStrike" dirty="0">
                <a:solidFill>
                  <a:srgbClr val="FF0000"/>
                </a:solidFill>
                <a:effectLst/>
                <a:uFillTx/>
                <a:latin typeface="Calibri"/>
              </a:rPr>
              <a:t>false</a:t>
            </a: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11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r>
              <a:rPr lang="en-US" sz="2800" b="1" u="none" strike="noStrike" dirty="0">
                <a:solidFill>
                  <a:schemeClr val="dk1"/>
                </a:solidFill>
                <a:effectLst/>
                <a:uFillTx/>
                <a:latin typeface="Calibri"/>
              </a:rPr>
              <a:t>Steps:</a:t>
            </a: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r>
              <a:rPr lang="en-US" sz="2800" b="0" u="none" strike="noStrike" dirty="0">
                <a:solidFill>
                  <a:schemeClr val="dk1"/>
                </a:solidFill>
                <a:effectLst/>
                <a:uFillTx/>
                <a:latin typeface="Calibri"/>
              </a:rPr>
              <a:t>1. Define a function prototype for </a:t>
            </a:r>
            <a:r>
              <a:rPr lang="en-US" sz="2800" b="1" u="none" strike="noStrike" dirty="0">
                <a:solidFill>
                  <a:srgbClr val="FF0000"/>
                </a:solidFill>
                <a:effectLst/>
                <a:uFillTx/>
                <a:latin typeface="Calibri"/>
              </a:rPr>
              <a:t>“</a:t>
            </a:r>
            <a:r>
              <a:rPr lang="en-US" sz="2800" b="1" u="none" strike="noStrike" dirty="0" err="1">
                <a:solidFill>
                  <a:srgbClr val="FF0000"/>
                </a:solidFill>
                <a:effectLst/>
                <a:uFillTx/>
                <a:latin typeface="Calibri"/>
              </a:rPr>
              <a:t>isPrime</a:t>
            </a:r>
            <a:r>
              <a:rPr lang="en-US" sz="2800" b="1" u="none" strike="noStrike" dirty="0">
                <a:solidFill>
                  <a:srgbClr val="FF0000"/>
                </a:solidFill>
                <a:effectLst/>
                <a:uFillTx/>
                <a:latin typeface="Calibri"/>
              </a:rPr>
              <a:t>”</a:t>
            </a: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r>
              <a:rPr lang="en-US" sz="2800" b="0" u="none" strike="noStrike" dirty="0">
                <a:solidFill>
                  <a:schemeClr val="dk1"/>
                </a:solidFill>
                <a:effectLst/>
                <a:uFillTx/>
                <a:latin typeface="Calibri"/>
              </a:rPr>
              <a:t>2. Use loop to check divisibility from 2 to n-1</a:t>
            </a:r>
          </a:p>
          <a:p>
            <a:pPr indent="0" algn="just" defTabSz="914400">
              <a:lnSpc>
                <a:spcPct val="90000"/>
              </a:lnSpc>
              <a:spcBef>
                <a:spcPts val="1001"/>
              </a:spcBef>
              <a:buNone/>
              <a:tabLst>
                <a:tab pos="0" algn="l"/>
              </a:tabLst>
            </a:pPr>
            <a:r>
              <a:rPr lang="en-US" sz="2800" b="0" u="none" strike="noStrike" dirty="0">
                <a:solidFill>
                  <a:schemeClr val="dk1"/>
                </a:solidFill>
                <a:effectLst/>
                <a:uFillTx/>
                <a:latin typeface="Calibri"/>
              </a:rPr>
              <a:t>3. If the number has any divisors other than 1 and itself, return </a:t>
            </a:r>
            <a:r>
              <a:rPr lang="en-US" sz="2800" b="1" u="none" strike="noStrike" dirty="0">
                <a:solidFill>
                  <a:srgbClr val="FF0000"/>
                </a:solidFill>
                <a:effectLst/>
                <a:uFillTx/>
                <a:latin typeface="Calibri"/>
              </a:rPr>
              <a:t>false</a:t>
            </a: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r>
              <a:rPr lang="en-US" sz="2800" b="1" u="none" strike="noStrike" dirty="0">
                <a:solidFill>
                  <a:schemeClr val="dk1"/>
                </a:solidFill>
                <a:effectLst/>
                <a:uFillTx/>
                <a:latin typeface="Calibri"/>
              </a:rPr>
              <a:t>Hint: </a:t>
            </a:r>
            <a:r>
              <a:rPr lang="en-US" sz="2800" b="0" u="none" strike="noStrike" dirty="0">
                <a:solidFill>
                  <a:schemeClr val="dk1"/>
                </a:solidFill>
                <a:effectLst/>
                <a:uFillTx/>
                <a:latin typeface="Calibri"/>
              </a:rPr>
              <a:t>In </a:t>
            </a:r>
            <a:r>
              <a:rPr lang="en-US" sz="2800" b="1" u="none" strike="noStrike" dirty="0">
                <a:solidFill>
                  <a:srgbClr val="FF0000"/>
                </a:solidFill>
                <a:effectLst/>
                <a:uFillTx/>
                <a:latin typeface="Calibri"/>
              </a:rPr>
              <a:t>main(),</a:t>
            </a:r>
            <a:r>
              <a:rPr lang="en-US" sz="2800" b="0" u="none" strike="noStrike" dirty="0">
                <a:solidFill>
                  <a:schemeClr val="dk1"/>
                </a:solidFill>
                <a:effectLst/>
                <a:uFillTx/>
                <a:latin typeface="Calibri"/>
              </a:rPr>
              <a:t> ask the user for a number, call the function, and display whether it’s prime or not</a:t>
            </a:r>
          </a:p>
          <a:p>
            <a:pPr indent="0" algn="just" defTabSz="914400">
              <a:lnSpc>
                <a:spcPct val="90000"/>
              </a:lnSpc>
              <a:spcBef>
                <a:spcPts val="1001"/>
              </a:spcBef>
              <a:buNone/>
              <a:tabLst>
                <a:tab pos="0" algn="l"/>
              </a:tabLst>
            </a:pPr>
            <a:endParaRPr lang="en-US" sz="400" b="0" u="none" strike="noStrike" dirty="0">
              <a:solidFill>
                <a:schemeClr val="dk1"/>
              </a:solidFill>
              <a:effectLst/>
              <a:uFillTx/>
              <a:latin typeface="Calibri"/>
            </a:endParaRPr>
          </a:p>
        </p:txBody>
      </p:sp>
      <p:sp>
        <p:nvSpPr>
          <p:cNvPr id="83" name="Content Placeholder 2"/>
          <p:cNvSpPr/>
          <p:nvPr/>
        </p:nvSpPr>
        <p:spPr>
          <a:xfrm>
            <a:off x="7399020" y="2676174"/>
            <a:ext cx="3954600" cy="1700190"/>
          </a:xfrm>
          <a:prstGeom prst="rect">
            <a:avLst/>
          </a:prstGeom>
          <a:solidFill>
            <a:schemeClr val="accent1">
              <a:lumMod val="20000"/>
              <a:lumOff val="80000"/>
            </a:schemeClr>
          </a:solidFill>
          <a:ln w="0">
            <a:solidFill>
              <a:srgbClr val="000000"/>
            </a:solidFill>
          </a:ln>
        </p:spPr>
        <p:style>
          <a:lnRef idx="0">
            <a:scrgbClr r="0" g="0" b="0"/>
          </a:lnRef>
          <a:fillRef idx="0">
            <a:scrgbClr r="0" g="0" b="0"/>
          </a:fillRef>
          <a:effectRef idx="0">
            <a:scrgbClr r="0" g="0" b="0"/>
          </a:effectRef>
          <a:fontRef idx="minor"/>
        </p:style>
        <p:txBody>
          <a:bodyPr anchor="t">
            <a:normAutofit/>
          </a:bodyPr>
          <a:lstStyle/>
          <a:p>
            <a:pPr defTabSz="914400">
              <a:lnSpc>
                <a:spcPct val="90000"/>
              </a:lnSpc>
              <a:spcBef>
                <a:spcPts val="1001"/>
              </a:spcBef>
              <a:tabLst>
                <a:tab pos="0" algn="l"/>
              </a:tabLst>
            </a:pPr>
            <a:r>
              <a:rPr lang="en-US" sz="2800" b="1" u="none" strike="noStrike" dirty="0">
                <a:solidFill>
                  <a:schemeClr val="dk1"/>
                </a:solidFill>
                <a:effectLst/>
                <a:uFillTx/>
                <a:latin typeface="Calibri"/>
              </a:rPr>
              <a:t>Input:</a:t>
            </a:r>
            <a:endParaRPr lang="en-US" sz="2800" b="0" u="none" strike="noStrike" dirty="0">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dirty="0">
                <a:solidFill>
                  <a:schemeClr val="dk1"/>
                </a:solidFill>
                <a:effectLst/>
                <a:uFillTx/>
                <a:latin typeface="Calibri"/>
              </a:rPr>
              <a:t>n = 14</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1" u="none" strike="noStrike" dirty="0">
                <a:solidFill>
                  <a:schemeClr val="dk1"/>
                </a:solidFill>
                <a:effectLst/>
                <a:uFillTx/>
                <a:latin typeface="Calibri"/>
              </a:rPr>
              <a:t>Output: false</a:t>
            </a:r>
            <a:endParaRPr lang="en-US" sz="2800" b="0" u="none" strike="noStrike" dirty="0">
              <a:solidFill>
                <a:srgbClr val="000000"/>
              </a:solidFill>
              <a:effectLst/>
              <a:uFillTx/>
              <a:latin typeface="Arial"/>
            </a:endParaRPr>
          </a:p>
        </p:txBody>
      </p:sp>
      <p:sp>
        <p:nvSpPr>
          <p:cNvPr id="84" name="TextBox 6"/>
          <p:cNvSpPr/>
          <p:nvPr/>
        </p:nvSpPr>
        <p:spPr>
          <a:xfrm>
            <a:off x="8446950" y="1897357"/>
            <a:ext cx="1668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dirty="0">
                <a:solidFill>
                  <a:schemeClr val="dk1"/>
                </a:solidFill>
                <a:effectLst/>
                <a:uFillTx/>
                <a:latin typeface="Dreaming Outloud Pro"/>
              </a:rPr>
              <a:t>Example:</a:t>
            </a:r>
            <a:endParaRPr lang="en-US" sz="3200" b="0" u="none" strike="noStrike" dirty="0">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380" y="18576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it-IT" sz="4400" b="1" u="none" strike="noStrike" dirty="0" err="1">
                <a:solidFill>
                  <a:srgbClr val="00B050"/>
                </a:solidFill>
                <a:effectLst/>
                <a:uFillTx/>
                <a:latin typeface="Calibri Light"/>
              </a:rPr>
              <a:t>Exercise</a:t>
            </a:r>
            <a:r>
              <a:rPr lang="it-IT" sz="4400" b="1" u="none" strike="noStrike" dirty="0">
                <a:solidFill>
                  <a:srgbClr val="00B050"/>
                </a:solidFill>
                <a:effectLst/>
                <a:uFillTx/>
                <a:latin typeface="Calibri Light"/>
              </a:rPr>
              <a:t> 3 (</a:t>
            </a:r>
            <a:r>
              <a:rPr lang="it-IT" sz="4400" b="1" u="none" strike="noStrike" dirty="0" err="1">
                <a:solidFill>
                  <a:srgbClr val="00B050"/>
                </a:solidFill>
                <a:effectLst/>
                <a:uFillTx/>
                <a:latin typeface="Calibri Light"/>
              </a:rPr>
              <a:t>simple</a:t>
            </a:r>
            <a:r>
              <a:rPr lang="it-IT" sz="4400" b="1" u="none" strike="noStrike" dirty="0">
                <a:solidFill>
                  <a:srgbClr val="00B050"/>
                </a:solidFill>
                <a:effectLst/>
                <a:uFillTx/>
                <a:latin typeface="Calibri Light"/>
              </a:rPr>
              <a:t>)</a:t>
            </a:r>
            <a:r>
              <a:rPr lang="it-IT" sz="4400" b="1" u="none" strike="noStrike" dirty="0">
                <a:solidFill>
                  <a:schemeClr val="dk1"/>
                </a:solidFill>
                <a:effectLst/>
                <a:uFillTx/>
                <a:latin typeface="Calibri Light"/>
              </a:rPr>
              <a:t>: </a:t>
            </a:r>
            <a:r>
              <a:rPr lang="en-US" sz="4400" b="1" u="none" strike="noStrike" dirty="0">
                <a:solidFill>
                  <a:schemeClr val="dk1"/>
                </a:solidFill>
                <a:effectLst/>
                <a:uFillTx/>
                <a:latin typeface="Calibri Light"/>
              </a:rPr>
              <a:t>Count the number of digits in an integer</a:t>
            </a:r>
            <a:endParaRPr lang="en-US" sz="4400" b="0" u="none" strike="noStrike" dirty="0">
              <a:solidFill>
                <a:schemeClr val="dk1"/>
              </a:solidFill>
              <a:effectLst/>
              <a:uFillTx/>
              <a:latin typeface="Calibri"/>
            </a:endParaRPr>
          </a:p>
        </p:txBody>
      </p:sp>
      <p:sp>
        <p:nvSpPr>
          <p:cNvPr id="86" name="PlaceHolder 2"/>
          <p:cNvSpPr>
            <a:spLocks noGrp="1"/>
          </p:cNvSpPr>
          <p:nvPr>
            <p:ph/>
          </p:nvPr>
        </p:nvSpPr>
        <p:spPr>
          <a:xfrm>
            <a:off x="961200" y="2014920"/>
            <a:ext cx="4593780" cy="3551490"/>
          </a:xfrm>
          <a:prstGeom prst="rect">
            <a:avLst/>
          </a:prstGeom>
          <a:noFill/>
          <a:ln w="0">
            <a:noFill/>
          </a:ln>
        </p:spPr>
        <p:txBody>
          <a:bodyPr lIns="91440" tIns="45720" rIns="91440" bIns="45720" anchor="t">
            <a:normAutofit lnSpcReduction="10000"/>
          </a:bodyPr>
          <a:lstStyle/>
          <a:p>
            <a:pPr indent="0" algn="just" defTabSz="914400">
              <a:lnSpc>
                <a:spcPct val="90000"/>
              </a:lnSpc>
              <a:spcBef>
                <a:spcPts val="1001"/>
              </a:spcBef>
              <a:buNone/>
              <a:tabLst>
                <a:tab pos="0" algn="l"/>
              </a:tabLst>
            </a:pPr>
            <a:r>
              <a:rPr lang="en-US" sz="2800" b="0" u="none" strike="noStrike" dirty="0">
                <a:solidFill>
                  <a:schemeClr val="dk1"/>
                </a:solidFill>
                <a:effectLst/>
                <a:uFillTx/>
                <a:latin typeface="Calibri"/>
              </a:rPr>
              <a:t>Write </a:t>
            </a:r>
            <a:r>
              <a:rPr lang="en-US" sz="2800" dirty="0">
                <a:solidFill>
                  <a:schemeClr val="dk1"/>
                </a:solidFill>
                <a:latin typeface="Calibri"/>
              </a:rPr>
              <a:t>C</a:t>
            </a:r>
            <a:r>
              <a:rPr lang="en-US" sz="2800" b="0" u="none" strike="noStrike" dirty="0">
                <a:solidFill>
                  <a:schemeClr val="dk1"/>
                </a:solidFill>
                <a:effectLst/>
                <a:uFillTx/>
                <a:latin typeface="Calibri"/>
              </a:rPr>
              <a:t>++ program that defines a function called </a:t>
            </a:r>
            <a:r>
              <a:rPr lang="en-US" sz="2800" b="1" u="none" strike="noStrike" dirty="0">
                <a:solidFill>
                  <a:srgbClr val="FF0000"/>
                </a:solidFill>
                <a:effectLst/>
                <a:uFillTx/>
                <a:latin typeface="Calibri"/>
              </a:rPr>
              <a:t>“</a:t>
            </a:r>
            <a:r>
              <a:rPr lang="en-US" sz="2800" b="1" dirty="0" err="1">
                <a:solidFill>
                  <a:srgbClr val="FF0000"/>
                </a:solidFill>
                <a:latin typeface="Calibri"/>
              </a:rPr>
              <a:t>t</a:t>
            </a:r>
            <a:r>
              <a:rPr lang="en-US" sz="2800" b="1" u="none" strike="noStrike" dirty="0" err="1">
                <a:solidFill>
                  <a:srgbClr val="FF0000"/>
                </a:solidFill>
                <a:effectLst/>
                <a:uFillTx/>
                <a:latin typeface="Calibri"/>
              </a:rPr>
              <a:t>otalDigits</a:t>
            </a:r>
            <a:r>
              <a:rPr lang="en-US" sz="2800" b="1" u="none" strike="noStrike" dirty="0">
                <a:solidFill>
                  <a:srgbClr val="FF0000"/>
                </a:solidFill>
                <a:effectLst/>
                <a:uFillTx/>
                <a:latin typeface="Calibri"/>
              </a:rPr>
              <a:t>” </a:t>
            </a:r>
            <a:r>
              <a:rPr lang="en-US" sz="2800" b="0" u="none" strike="noStrike" dirty="0">
                <a:solidFill>
                  <a:schemeClr val="dk1"/>
                </a:solidFill>
                <a:effectLst/>
                <a:uFillTx/>
                <a:latin typeface="Calibri"/>
              </a:rPr>
              <a:t>that takes an integer as input and returns the total number of digits in it.</a:t>
            </a:r>
          </a:p>
          <a:p>
            <a:pPr indent="0" algn="just" defTabSz="914400">
              <a:lnSpc>
                <a:spcPct val="90000"/>
              </a:lnSpc>
              <a:spcBef>
                <a:spcPts val="1001"/>
              </a:spcBef>
              <a:buNone/>
              <a:tabLst>
                <a:tab pos="0" algn="l"/>
              </a:tabLst>
            </a:pPr>
            <a:r>
              <a:rPr lang="en-US" sz="2800" dirty="0">
                <a:solidFill>
                  <a:schemeClr val="dk1"/>
                </a:solidFill>
                <a:latin typeface="Calibri"/>
              </a:rPr>
              <a:t>Function should handle the zero input and negative, for example -987.</a:t>
            </a: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endParaRPr lang="en-US" sz="400" b="0" u="none" strike="noStrike" dirty="0">
              <a:solidFill>
                <a:schemeClr val="dk1"/>
              </a:solidFill>
              <a:effectLst/>
              <a:uFillTx/>
              <a:latin typeface="Calibri"/>
            </a:endParaRPr>
          </a:p>
        </p:txBody>
      </p:sp>
      <p:sp>
        <p:nvSpPr>
          <p:cNvPr id="87" name="Content Placeholder 2"/>
          <p:cNvSpPr/>
          <p:nvPr/>
        </p:nvSpPr>
        <p:spPr>
          <a:xfrm>
            <a:off x="6972480" y="2746080"/>
            <a:ext cx="4809600" cy="2601000"/>
          </a:xfrm>
          <a:prstGeom prst="rect">
            <a:avLst/>
          </a:prstGeom>
          <a:solidFill>
            <a:schemeClr val="accent1">
              <a:lumMod val="20000"/>
              <a:lumOff val="80000"/>
            </a:schemeClr>
          </a:solidFill>
          <a:ln w="0">
            <a:solidFill>
              <a:srgbClr val="000000"/>
            </a:solid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tabLst>
                <a:tab pos="0" algn="l"/>
              </a:tabLst>
            </a:pPr>
            <a:r>
              <a:rPr lang="en-US" sz="2400" b="1" dirty="0">
                <a:solidFill>
                  <a:schemeClr val="dk1"/>
                </a:solidFill>
              </a:rPr>
              <a:t>Number -987 has 3 digits</a:t>
            </a:r>
          </a:p>
          <a:p>
            <a:pPr>
              <a:lnSpc>
                <a:spcPct val="90000"/>
              </a:lnSpc>
              <a:spcBef>
                <a:spcPts val="1001"/>
              </a:spcBef>
              <a:tabLst>
                <a:tab pos="0" algn="l"/>
              </a:tabLst>
            </a:pPr>
            <a:r>
              <a:rPr lang="en-US" sz="2400" b="1" dirty="0">
                <a:solidFill>
                  <a:schemeClr val="dk1"/>
                </a:solidFill>
              </a:rPr>
              <a:t>Number 0 has 1 digits</a:t>
            </a:r>
          </a:p>
          <a:p>
            <a:pPr>
              <a:lnSpc>
                <a:spcPct val="90000"/>
              </a:lnSpc>
              <a:spcBef>
                <a:spcPts val="1001"/>
              </a:spcBef>
              <a:tabLst>
                <a:tab pos="0" algn="l"/>
              </a:tabLst>
            </a:pPr>
            <a:r>
              <a:rPr lang="en-US" sz="2400" b="1" dirty="0">
                <a:solidFill>
                  <a:schemeClr val="dk1"/>
                </a:solidFill>
              </a:rPr>
              <a:t>Number 7 has 1 digits</a:t>
            </a:r>
            <a:endParaRPr lang="en-US" sz="2400" b="1" u="none" strike="noStrike" dirty="0">
              <a:solidFill>
                <a:schemeClr val="dk1"/>
              </a:solidFill>
              <a:effectLst/>
              <a:uFillTx/>
            </a:endParaRPr>
          </a:p>
          <a:p>
            <a:pPr defTabSz="914400">
              <a:lnSpc>
                <a:spcPct val="90000"/>
              </a:lnSpc>
              <a:spcBef>
                <a:spcPts val="1001"/>
              </a:spcBef>
              <a:tabLst>
                <a:tab pos="0" algn="l"/>
              </a:tabLst>
            </a:pPr>
            <a:endParaRPr lang="en-US" sz="2800" b="0" u="none" strike="noStrike" dirty="0">
              <a:solidFill>
                <a:srgbClr val="000000"/>
              </a:solidFill>
              <a:effectLst/>
              <a:uFillTx/>
              <a:latin typeface="Arial"/>
            </a:endParaRPr>
          </a:p>
        </p:txBody>
      </p:sp>
      <p:sp>
        <p:nvSpPr>
          <p:cNvPr id="88" name="TextBox 4"/>
          <p:cNvSpPr/>
          <p:nvPr/>
        </p:nvSpPr>
        <p:spPr>
          <a:xfrm>
            <a:off x="6972480" y="2029680"/>
            <a:ext cx="1668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dirty="0">
                <a:solidFill>
                  <a:schemeClr val="dk1"/>
                </a:solidFill>
                <a:effectLst/>
                <a:uFillTx/>
                <a:latin typeface="Dreaming Outloud Pro"/>
              </a:rPr>
              <a:t>Example:</a:t>
            </a:r>
            <a:endParaRPr lang="en-US" sz="3200" b="0" u="none" strike="noStrike" dirty="0">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551880" y="35280"/>
            <a:ext cx="10515240" cy="1053291"/>
          </a:xfrm>
          <a:prstGeom prst="rect">
            <a:avLst/>
          </a:prstGeom>
          <a:noFill/>
          <a:ln w="0">
            <a:noFill/>
          </a:ln>
        </p:spPr>
        <p:txBody>
          <a:bodyPr lIns="91440" tIns="45720" rIns="91440" bIns="45720" anchor="ctr">
            <a:noAutofit/>
          </a:bodyPr>
          <a:lstStyle/>
          <a:p>
            <a:pPr indent="0" defTabSz="914400">
              <a:lnSpc>
                <a:spcPct val="90000"/>
              </a:lnSpc>
              <a:buNone/>
            </a:pPr>
            <a:r>
              <a:rPr lang="it-IT" sz="4400" b="1" u="none" strike="noStrike" dirty="0" err="1">
                <a:solidFill>
                  <a:srgbClr val="00B050"/>
                </a:solidFill>
                <a:effectLst/>
                <a:uFillTx/>
                <a:latin typeface="Calibri Light"/>
              </a:rPr>
              <a:t>Exercise</a:t>
            </a:r>
            <a:r>
              <a:rPr lang="it-IT" sz="4400" b="1" u="none" strike="noStrike" dirty="0">
                <a:solidFill>
                  <a:srgbClr val="00B050"/>
                </a:solidFill>
                <a:effectLst/>
                <a:uFillTx/>
                <a:latin typeface="Calibri Light"/>
              </a:rPr>
              <a:t> 4 (</a:t>
            </a:r>
            <a:r>
              <a:rPr lang="it-IT" sz="4400" b="1" u="none" strike="noStrike" dirty="0" err="1">
                <a:solidFill>
                  <a:srgbClr val="00B050"/>
                </a:solidFill>
                <a:effectLst/>
                <a:uFillTx/>
                <a:latin typeface="Calibri Light"/>
              </a:rPr>
              <a:t>simple</a:t>
            </a:r>
            <a:r>
              <a:rPr lang="it-IT" sz="4400" b="1" u="none" strike="noStrike" dirty="0">
                <a:solidFill>
                  <a:srgbClr val="00B050"/>
                </a:solidFill>
                <a:effectLst/>
                <a:uFillTx/>
                <a:latin typeface="Calibri Light"/>
              </a:rPr>
              <a:t>)</a:t>
            </a:r>
            <a:r>
              <a:rPr lang="it-IT" sz="4400" b="1" u="none" strike="noStrike" dirty="0">
                <a:solidFill>
                  <a:schemeClr val="dk1"/>
                </a:solidFill>
                <a:effectLst/>
                <a:uFillTx/>
                <a:latin typeface="Calibri Light"/>
              </a:rPr>
              <a:t>: </a:t>
            </a:r>
            <a:r>
              <a:rPr lang="en-US" sz="4400" b="1" u="none" strike="noStrike" dirty="0">
                <a:solidFill>
                  <a:schemeClr val="dk1"/>
                </a:solidFill>
                <a:effectLst/>
                <a:uFillTx/>
                <a:latin typeface="Calibri Light"/>
              </a:rPr>
              <a:t>Calculator</a:t>
            </a:r>
            <a:endParaRPr lang="en-US" sz="4400" b="0" u="none" strike="noStrike" dirty="0">
              <a:solidFill>
                <a:schemeClr val="dk1"/>
              </a:solidFill>
              <a:effectLst/>
              <a:uFillTx/>
              <a:latin typeface="Calibri"/>
            </a:endParaRPr>
          </a:p>
        </p:txBody>
      </p:sp>
      <p:sp>
        <p:nvSpPr>
          <p:cNvPr id="90" name="PlaceHolder 2"/>
          <p:cNvSpPr>
            <a:spLocks noGrp="1"/>
          </p:cNvSpPr>
          <p:nvPr>
            <p:ph/>
          </p:nvPr>
        </p:nvSpPr>
        <p:spPr>
          <a:xfrm>
            <a:off x="838080" y="2014920"/>
            <a:ext cx="4564800" cy="2031480"/>
          </a:xfrm>
          <a:prstGeom prst="rect">
            <a:avLst/>
          </a:prstGeom>
          <a:noFill/>
          <a:ln w="0">
            <a:noFill/>
          </a:ln>
        </p:spPr>
        <p:txBody>
          <a:bodyPr lIns="91440" tIns="45720" rIns="91440" bIns="45720" anchor="t">
            <a:normAutofit/>
          </a:bodyPr>
          <a:lstStyle/>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400" b="0" u="none" strike="noStrike">
              <a:solidFill>
                <a:schemeClr val="dk1"/>
              </a:solidFill>
              <a:effectLst/>
              <a:uFillTx/>
              <a:latin typeface="Calibri"/>
            </a:endParaRPr>
          </a:p>
        </p:txBody>
      </p:sp>
      <p:sp>
        <p:nvSpPr>
          <p:cNvPr id="91" name="Content Placeholder 2"/>
          <p:cNvSpPr/>
          <p:nvPr/>
        </p:nvSpPr>
        <p:spPr>
          <a:xfrm>
            <a:off x="6972480" y="2746080"/>
            <a:ext cx="4809600" cy="2601000"/>
          </a:xfrm>
          <a:prstGeom prst="rect">
            <a:avLst/>
          </a:prstGeom>
          <a:solidFill>
            <a:schemeClr val="accent1">
              <a:lumMod val="20000"/>
              <a:lumOff val="80000"/>
            </a:schemeClr>
          </a:solidFill>
          <a:ln w="0">
            <a:solidFill>
              <a:srgbClr val="000000"/>
            </a:solidFill>
          </a:ln>
        </p:spPr>
        <p:style>
          <a:lnRef idx="0">
            <a:scrgbClr r="0" g="0" b="0"/>
          </a:lnRef>
          <a:fillRef idx="0">
            <a:scrgbClr r="0" g="0" b="0"/>
          </a:fillRef>
          <a:effectRef idx="0">
            <a:scrgbClr r="0" g="0" b="0"/>
          </a:effectRef>
          <a:fontRef idx="minor"/>
        </p:style>
        <p:txBody>
          <a:bodyPr anchor="t">
            <a:normAutofit/>
          </a:bodyPr>
          <a:lstStyle/>
          <a:p>
            <a:pPr defTabSz="914400">
              <a:lnSpc>
                <a:spcPct val="90000"/>
              </a:lnSpc>
              <a:spcBef>
                <a:spcPts val="1001"/>
              </a:spcBef>
              <a:tabLst>
                <a:tab pos="0" algn="l"/>
              </a:tabLst>
            </a:pPr>
            <a:r>
              <a:rPr lang="en-US" sz="2800" b="1" u="none" strike="noStrike" dirty="0">
                <a:solidFill>
                  <a:schemeClr val="dk1"/>
                </a:solidFill>
                <a:effectLst/>
                <a:uFillTx/>
                <a:latin typeface="Calibri"/>
              </a:rPr>
              <a:t>Input:</a:t>
            </a:r>
            <a:endParaRPr lang="en-US" sz="2800" b="0" u="none" strike="noStrike" dirty="0">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dirty="0">
                <a:solidFill>
                  <a:schemeClr val="dk1"/>
                </a:solidFill>
                <a:effectLst/>
                <a:uFillTx/>
                <a:latin typeface="Calibri"/>
              </a:rPr>
              <a:t>n1 = 2</a:t>
            </a:r>
            <a:endParaRPr lang="en-US" sz="2800" b="0" u="none" strike="noStrike" dirty="0">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dirty="0">
                <a:solidFill>
                  <a:schemeClr val="dk1"/>
                </a:solidFill>
                <a:effectLst/>
                <a:uFillTx/>
                <a:latin typeface="Calibri"/>
              </a:rPr>
              <a:t>Op = ‘+’</a:t>
            </a:r>
            <a:endParaRPr lang="en-US" sz="2800" b="0" u="none" strike="noStrike" dirty="0">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dirty="0">
                <a:solidFill>
                  <a:schemeClr val="dk1"/>
                </a:solidFill>
                <a:effectLst/>
                <a:uFillTx/>
                <a:latin typeface="Calibri"/>
              </a:rPr>
              <a:t>n2 = 3</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1" u="none" strike="noStrike" dirty="0">
                <a:solidFill>
                  <a:schemeClr val="dk1"/>
                </a:solidFill>
                <a:effectLst/>
                <a:uFillTx/>
                <a:latin typeface="Calibri"/>
              </a:rPr>
              <a:t>Output: 5</a:t>
            </a:r>
            <a:endParaRPr lang="en-US" sz="2800" b="0" u="none" strike="noStrike" dirty="0">
              <a:solidFill>
                <a:srgbClr val="000000"/>
              </a:solidFill>
              <a:effectLst/>
              <a:uFillTx/>
              <a:latin typeface="Arial"/>
            </a:endParaRPr>
          </a:p>
        </p:txBody>
      </p:sp>
      <p:sp>
        <p:nvSpPr>
          <p:cNvPr id="92" name="TextBox 4"/>
          <p:cNvSpPr/>
          <p:nvPr/>
        </p:nvSpPr>
        <p:spPr>
          <a:xfrm>
            <a:off x="6972480" y="2029680"/>
            <a:ext cx="1668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a:solidFill>
                  <a:schemeClr val="dk1"/>
                </a:solidFill>
                <a:effectLst/>
                <a:uFillTx/>
                <a:latin typeface="Dreaming Outloud Pro"/>
              </a:rPr>
              <a:t>Example:</a:t>
            </a:r>
            <a:endParaRPr lang="en-US" sz="3200" b="0" u="none" strike="noStrike">
              <a:solidFill>
                <a:srgbClr val="000000"/>
              </a:solidFill>
              <a:effectLst/>
              <a:uFillTx/>
              <a:latin typeface="Arial"/>
            </a:endParaRPr>
          </a:p>
        </p:txBody>
      </p:sp>
      <p:sp>
        <p:nvSpPr>
          <p:cNvPr id="93" name="TextBox 6"/>
          <p:cNvSpPr/>
          <p:nvPr/>
        </p:nvSpPr>
        <p:spPr>
          <a:xfrm>
            <a:off x="409920" y="1088571"/>
            <a:ext cx="5929560" cy="5693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2600" b="0" u="none" strike="noStrike" dirty="0">
                <a:solidFill>
                  <a:schemeClr val="dk1"/>
                </a:solidFill>
                <a:effectLst/>
                <a:uFillTx/>
                <a:latin typeface="Calibri"/>
              </a:rPr>
              <a:t>Create a C++ calculator that takes a number, a basic math operator (+,-,*,/,^), and a second number all from user input, and have it print the result of the mathematical operation. </a:t>
            </a:r>
            <a:r>
              <a:rPr lang="en-US" sz="2600" b="1" u="none" strike="noStrike" dirty="0">
                <a:solidFill>
                  <a:srgbClr val="FF0000"/>
                </a:solidFill>
                <a:effectLst/>
                <a:uFillTx/>
                <a:latin typeface="Calibri"/>
              </a:rPr>
              <a:t>The mathematical operations should be wrapped inside of functions</a:t>
            </a:r>
            <a:endParaRPr lang="en-US" sz="2600" b="0" u="none" strike="noStrike" dirty="0">
              <a:solidFill>
                <a:srgbClr val="000000"/>
              </a:solidFill>
              <a:effectLst/>
              <a:uFillTx/>
              <a:latin typeface="Arial"/>
            </a:endParaRPr>
          </a:p>
          <a:p>
            <a:pPr algn="just" defTabSz="914400">
              <a:lnSpc>
                <a:spcPct val="100000"/>
              </a:lnSpc>
            </a:pPr>
            <a:endParaRPr lang="en-US" sz="2600" b="0" u="none" strike="noStrike" dirty="0">
              <a:solidFill>
                <a:srgbClr val="000000"/>
              </a:solidFill>
              <a:effectLst/>
              <a:uFillTx/>
              <a:latin typeface="Arial"/>
            </a:endParaRPr>
          </a:p>
          <a:p>
            <a:pPr algn="just" defTabSz="914400">
              <a:lnSpc>
                <a:spcPct val="100000"/>
              </a:lnSpc>
            </a:pPr>
            <a:r>
              <a:rPr lang="en-US" sz="2600" b="0" u="none" strike="noStrike" dirty="0">
                <a:solidFill>
                  <a:schemeClr val="dk1"/>
                </a:solidFill>
                <a:effectLst/>
                <a:uFillTx/>
                <a:latin typeface="Calibri"/>
              </a:rPr>
              <a:t>It is important to handle error cases when a symbol that does not represent an operation (e.g., &amp;) is entered, terminating the program using the exit() command as discussed in class</a:t>
            </a:r>
            <a:endParaRPr lang="en-US" sz="2600" b="0" u="none" strike="noStrike" dirty="0">
              <a:solidFill>
                <a:srgbClr val="000000"/>
              </a:solidFill>
              <a:effectLst/>
              <a:uFillTx/>
              <a:latin typeface="Arial"/>
            </a:endParaRPr>
          </a:p>
          <a:p>
            <a:pPr algn="just" defTabSz="914400">
              <a:lnSpc>
                <a:spcPct val="100000"/>
              </a:lnSpc>
            </a:pPr>
            <a:endParaRPr lang="en-US" sz="2600" b="0" u="none" strike="noStrike" dirty="0">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2412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it-IT" sz="4400" b="1" u="none" strike="noStrike" dirty="0" err="1">
                <a:solidFill>
                  <a:srgbClr val="00B050"/>
                </a:solidFill>
                <a:effectLst/>
                <a:uFillTx/>
                <a:latin typeface="Calibri Light"/>
              </a:rPr>
              <a:t>Exercise</a:t>
            </a:r>
            <a:r>
              <a:rPr lang="it-IT" sz="4400" b="1" u="none" strike="noStrike" dirty="0">
                <a:solidFill>
                  <a:srgbClr val="00B050"/>
                </a:solidFill>
                <a:effectLst/>
                <a:uFillTx/>
                <a:latin typeface="Calibri Light"/>
              </a:rPr>
              <a:t> 5 (Simple)</a:t>
            </a:r>
            <a:r>
              <a:rPr lang="it-IT" sz="4400" b="1" u="none" strike="noStrike" dirty="0">
                <a:solidFill>
                  <a:schemeClr val="dk1"/>
                </a:solidFill>
                <a:effectLst/>
                <a:uFillTx/>
                <a:latin typeface="Calibri Light"/>
              </a:rPr>
              <a:t>: </a:t>
            </a:r>
            <a:r>
              <a:rPr lang="en-US" sz="4400" b="1" u="none" strike="noStrike" dirty="0">
                <a:solidFill>
                  <a:schemeClr val="dk1"/>
                </a:solidFill>
                <a:effectLst/>
                <a:uFillTx/>
                <a:latin typeface="Calibri Light"/>
              </a:rPr>
              <a:t>Subsequence</a:t>
            </a:r>
            <a:endParaRPr lang="en-US" sz="4400" b="0" u="none" strike="noStrike" dirty="0">
              <a:solidFill>
                <a:schemeClr val="dk1"/>
              </a:solidFill>
              <a:effectLst/>
              <a:uFillTx/>
              <a:latin typeface="Calibri"/>
            </a:endParaRPr>
          </a:p>
        </p:txBody>
      </p:sp>
      <p:sp>
        <p:nvSpPr>
          <p:cNvPr id="95" name="PlaceHolder 2"/>
          <p:cNvSpPr>
            <a:spLocks noGrp="1"/>
          </p:cNvSpPr>
          <p:nvPr>
            <p:ph/>
          </p:nvPr>
        </p:nvSpPr>
        <p:spPr>
          <a:xfrm>
            <a:off x="325677" y="1700882"/>
            <a:ext cx="5289480" cy="3903120"/>
          </a:xfrm>
          <a:prstGeom prst="rect">
            <a:avLst/>
          </a:prstGeom>
          <a:noFill/>
          <a:ln w="0">
            <a:noFill/>
          </a:ln>
        </p:spPr>
        <p:txBody>
          <a:bodyPr lIns="91440" tIns="45720" rIns="91440" bIns="45720" anchor="t">
            <a:normAutofit/>
          </a:bodyPr>
          <a:lstStyle/>
          <a:p>
            <a:pPr indent="0" algn="just" defTabSz="914400">
              <a:lnSpc>
                <a:spcPct val="90000"/>
              </a:lnSpc>
              <a:spcBef>
                <a:spcPts val="1001"/>
              </a:spcBef>
              <a:buNone/>
              <a:tabLst>
                <a:tab pos="0" algn="l"/>
              </a:tabLst>
            </a:pPr>
            <a:r>
              <a:rPr lang="en-US" sz="2800" b="0" u="none" strike="noStrike" dirty="0">
                <a:solidFill>
                  <a:schemeClr val="dk1"/>
                </a:solidFill>
                <a:effectLst/>
                <a:uFillTx/>
                <a:latin typeface="Calibri"/>
              </a:rPr>
              <a:t>Write a C++ program that defines a function to check if whether a given string is a subsequence of another given string. </a:t>
            </a:r>
          </a:p>
          <a:p>
            <a:pPr indent="0" algn="just" defTabSz="914400">
              <a:lnSpc>
                <a:spcPct val="90000"/>
              </a:lnSpc>
              <a:spcBef>
                <a:spcPts val="1001"/>
              </a:spcBef>
              <a:buNone/>
              <a:tabLst>
                <a:tab pos="0" algn="l"/>
              </a:tabLst>
            </a:pPr>
            <a:r>
              <a:rPr lang="en-US" sz="2800" b="0" u="none" strike="noStrike" dirty="0">
                <a:solidFill>
                  <a:schemeClr val="dk1"/>
                </a:solidFill>
                <a:effectLst/>
                <a:uFillTx/>
                <a:latin typeface="Calibri"/>
              </a:rPr>
              <a:t>Return 1 for true and 0 for false.</a:t>
            </a:r>
          </a:p>
        </p:txBody>
      </p:sp>
      <p:sp>
        <p:nvSpPr>
          <p:cNvPr id="96" name="Content Placeholder 2"/>
          <p:cNvSpPr/>
          <p:nvPr/>
        </p:nvSpPr>
        <p:spPr>
          <a:xfrm>
            <a:off x="5800320" y="2746080"/>
            <a:ext cx="5910840" cy="2601360"/>
          </a:xfrm>
          <a:prstGeom prst="rect">
            <a:avLst/>
          </a:prstGeom>
          <a:solidFill>
            <a:schemeClr val="accent1">
              <a:lumMod val="20000"/>
              <a:lumOff val="80000"/>
            </a:schemeClr>
          </a:solidFill>
          <a:ln w="0">
            <a:solidFill>
              <a:srgbClr val="000000"/>
            </a:solid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90000"/>
              </a:lnSpc>
              <a:spcBef>
                <a:spcPts val="1001"/>
              </a:spcBef>
              <a:tabLst>
                <a:tab pos="0" algn="l"/>
              </a:tabLst>
            </a:pPr>
            <a:r>
              <a:rPr lang="en-US" sz="2800" b="1" u="none" strike="noStrike" dirty="0">
                <a:solidFill>
                  <a:schemeClr val="dk1"/>
                </a:solidFill>
                <a:effectLst/>
                <a:uFillTx/>
                <a:latin typeface="Calibri"/>
              </a:rPr>
              <a:t>Input:</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0" u="none" strike="noStrike" dirty="0">
                <a:solidFill>
                  <a:schemeClr val="dk1"/>
                </a:solidFill>
                <a:effectLst/>
                <a:uFillTx/>
                <a:latin typeface="Calibri"/>
              </a:rPr>
              <a:t>word3: ACGGTGTCGTGCTATGCTGATGCTGACTTATATGCTA</a:t>
            </a:r>
            <a:br>
              <a:rPr sz="2800" dirty="0"/>
            </a:br>
            <a:r>
              <a:rPr lang="en-US" sz="2800" b="0" u="none" strike="noStrike" dirty="0">
                <a:solidFill>
                  <a:schemeClr val="dk1"/>
                </a:solidFill>
                <a:effectLst/>
                <a:uFillTx/>
                <a:latin typeface="Calibri"/>
              </a:rPr>
              <a:t>subse3: CGTTCGGCTATGCTTCTACTTATTCTA</a:t>
            </a:r>
            <a:br>
              <a:rPr sz="2800" dirty="0"/>
            </a:br>
            <a:br>
              <a:rPr sz="2800" dirty="0"/>
            </a:b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1" u="none" strike="noStrike" dirty="0">
                <a:solidFill>
                  <a:schemeClr val="dk1"/>
                </a:solidFill>
                <a:effectLst/>
                <a:uFillTx/>
                <a:latin typeface="Calibri"/>
              </a:rPr>
              <a:t>Output: </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0" u="none" strike="noStrike" dirty="0">
                <a:solidFill>
                  <a:schemeClr val="dk1"/>
                </a:solidFill>
                <a:effectLst/>
                <a:uFillTx/>
                <a:latin typeface="Calibri"/>
              </a:rPr>
              <a:t>Is subse3 is the subsequence of word3? 1</a:t>
            </a:r>
            <a:endParaRPr lang="en-US" sz="2800" b="0" u="none" strike="noStrike" dirty="0">
              <a:solidFill>
                <a:srgbClr val="000000"/>
              </a:solidFill>
              <a:effectLst/>
              <a:uFillTx/>
              <a:latin typeface="Arial"/>
            </a:endParaRPr>
          </a:p>
        </p:txBody>
      </p:sp>
      <p:sp>
        <p:nvSpPr>
          <p:cNvPr id="97" name="TextBox 4"/>
          <p:cNvSpPr/>
          <p:nvPr/>
        </p:nvSpPr>
        <p:spPr>
          <a:xfrm>
            <a:off x="7087140" y="1863720"/>
            <a:ext cx="1668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dirty="0">
                <a:solidFill>
                  <a:schemeClr val="dk1"/>
                </a:solidFill>
                <a:effectLst/>
                <a:uFillTx/>
                <a:latin typeface="Dreaming Outloud Pro"/>
              </a:rPr>
              <a:t>Example:</a:t>
            </a:r>
            <a:endParaRPr lang="en-US" sz="3200" b="0" u="none" strike="noStrike" dirty="0">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216120" y="-24120"/>
            <a:ext cx="11759760" cy="1325160"/>
          </a:xfrm>
          <a:prstGeom prst="rect">
            <a:avLst/>
          </a:prstGeom>
          <a:noFill/>
          <a:ln w="0">
            <a:noFill/>
          </a:ln>
        </p:spPr>
        <p:txBody>
          <a:bodyPr lIns="91440" tIns="45720" rIns="91440" bIns="45720" anchor="ctr">
            <a:noAutofit/>
          </a:bodyPr>
          <a:lstStyle/>
          <a:p>
            <a:pPr indent="0" defTabSz="914400">
              <a:lnSpc>
                <a:spcPct val="90000"/>
              </a:lnSpc>
              <a:buNone/>
            </a:pPr>
            <a:r>
              <a:rPr lang="it-IT" sz="4400" b="1" u="none" strike="noStrike" dirty="0" err="1">
                <a:solidFill>
                  <a:srgbClr val="00B050"/>
                </a:solidFill>
                <a:effectLst/>
                <a:uFillTx/>
                <a:latin typeface="Calibri Light"/>
              </a:rPr>
              <a:t>Exercise</a:t>
            </a:r>
            <a:r>
              <a:rPr lang="it-IT" sz="4400" b="1" u="none" strike="noStrike" dirty="0">
                <a:solidFill>
                  <a:srgbClr val="00B050"/>
                </a:solidFill>
                <a:effectLst/>
                <a:uFillTx/>
                <a:latin typeface="Calibri Light"/>
              </a:rPr>
              <a:t> 6 (More </a:t>
            </a:r>
            <a:r>
              <a:rPr lang="it-IT" sz="4400" b="1" u="none" strike="noStrike" dirty="0" err="1">
                <a:solidFill>
                  <a:srgbClr val="00B050"/>
                </a:solidFill>
                <a:effectLst/>
                <a:uFillTx/>
                <a:latin typeface="Calibri Light"/>
              </a:rPr>
              <a:t>Complex</a:t>
            </a:r>
            <a:r>
              <a:rPr lang="it-IT" sz="4400" b="1" u="none" strike="noStrike" dirty="0">
                <a:solidFill>
                  <a:srgbClr val="00B050"/>
                </a:solidFill>
                <a:effectLst/>
                <a:uFillTx/>
                <a:latin typeface="Calibri Light"/>
              </a:rPr>
              <a:t>)</a:t>
            </a:r>
            <a:r>
              <a:rPr lang="it-IT" sz="4400" b="1" u="none" strike="noStrike" dirty="0">
                <a:solidFill>
                  <a:schemeClr val="dk1"/>
                </a:solidFill>
                <a:effectLst/>
                <a:uFillTx/>
                <a:latin typeface="Calibri Light"/>
              </a:rPr>
              <a:t>: </a:t>
            </a:r>
            <a:r>
              <a:rPr lang="en-US" sz="4400" b="1" u="none" strike="noStrike" dirty="0">
                <a:solidFill>
                  <a:schemeClr val="dk1"/>
                </a:solidFill>
                <a:effectLst/>
                <a:uFillTx/>
                <a:latin typeface="Calibri Light"/>
              </a:rPr>
              <a:t>Add two binary numbers </a:t>
            </a:r>
            <a:endParaRPr lang="en-US" sz="4400" b="0" u="none" strike="noStrike" dirty="0">
              <a:solidFill>
                <a:schemeClr val="dk1"/>
              </a:solidFill>
              <a:effectLst/>
              <a:uFillTx/>
              <a:latin typeface="Calibri"/>
            </a:endParaRPr>
          </a:p>
        </p:txBody>
      </p:sp>
      <p:sp>
        <p:nvSpPr>
          <p:cNvPr id="99" name="PlaceHolder 2"/>
          <p:cNvSpPr>
            <a:spLocks noGrp="1"/>
          </p:cNvSpPr>
          <p:nvPr>
            <p:ph/>
          </p:nvPr>
        </p:nvSpPr>
        <p:spPr>
          <a:xfrm>
            <a:off x="838080" y="1863720"/>
            <a:ext cx="4638600" cy="3903120"/>
          </a:xfrm>
          <a:prstGeom prst="rect">
            <a:avLst/>
          </a:prstGeom>
          <a:noFill/>
          <a:ln w="0">
            <a:noFill/>
          </a:ln>
        </p:spPr>
        <p:txBody>
          <a:bodyPr lIns="91440" tIns="45720" rIns="91440" bIns="45720" anchor="t">
            <a:normAutofit/>
          </a:bodyPr>
          <a:lstStyle/>
          <a:p>
            <a:pPr indent="0" algn="just" defTabSz="914400">
              <a:lnSpc>
                <a:spcPct val="90000"/>
              </a:lnSpc>
              <a:spcBef>
                <a:spcPts val="1001"/>
              </a:spcBef>
              <a:buNone/>
              <a:tabLst>
                <a:tab pos="0" algn="l"/>
              </a:tabLst>
            </a:pPr>
            <a:r>
              <a:rPr lang="en-US" sz="2800" b="0" u="none" strike="noStrike" dirty="0">
                <a:solidFill>
                  <a:schemeClr val="dk1"/>
                </a:solidFill>
                <a:effectLst/>
                <a:uFillTx/>
                <a:latin typeface="Calibri"/>
              </a:rPr>
              <a:t>Write a C++ program that defines a function that takes </a:t>
            </a:r>
            <a:r>
              <a:rPr lang="en-US" sz="2800" b="1" u="none" strike="noStrike" dirty="0">
                <a:solidFill>
                  <a:srgbClr val="FF0000"/>
                </a:solidFill>
                <a:effectLst/>
                <a:uFillTx/>
                <a:latin typeface="Calibri"/>
              </a:rPr>
              <a:t>two binary numbers as input</a:t>
            </a:r>
            <a:r>
              <a:rPr lang="en-US" sz="2800" b="0" u="none" strike="noStrike" dirty="0">
                <a:solidFill>
                  <a:srgbClr val="FF0000"/>
                </a:solidFill>
                <a:effectLst/>
                <a:uFillTx/>
                <a:latin typeface="Calibri"/>
              </a:rPr>
              <a:t>, </a:t>
            </a:r>
            <a:r>
              <a:rPr lang="en-US" sz="2800" b="1" u="none" strike="noStrike" dirty="0">
                <a:solidFill>
                  <a:srgbClr val="FF0000"/>
                </a:solidFill>
                <a:effectLst/>
                <a:uFillTx/>
                <a:latin typeface="Calibri"/>
              </a:rPr>
              <a:t>adds them together</a:t>
            </a:r>
            <a:r>
              <a:rPr lang="en-US" sz="2800" b="0" u="none" strike="noStrike" dirty="0">
                <a:solidFill>
                  <a:schemeClr val="dk1"/>
                </a:solidFill>
                <a:effectLst/>
                <a:uFillTx/>
                <a:latin typeface="Calibri"/>
              </a:rPr>
              <a:t>, and return the result</a:t>
            </a:r>
          </a:p>
          <a:p>
            <a:pPr indent="0" algn="just" defTabSz="914400">
              <a:lnSpc>
                <a:spcPct val="90000"/>
              </a:lnSpc>
              <a:spcBef>
                <a:spcPts val="1001"/>
              </a:spcBef>
              <a:buNone/>
              <a:tabLst>
                <a:tab pos="0" algn="l"/>
              </a:tabLst>
            </a:pPr>
            <a:endParaRPr lang="en-US" sz="2800" b="0" u="none" strike="noStrike" dirty="0">
              <a:solidFill>
                <a:schemeClr val="dk1"/>
              </a:solidFill>
              <a:effectLst/>
              <a:uFillTx/>
              <a:latin typeface="Calibri"/>
            </a:endParaRPr>
          </a:p>
          <a:p>
            <a:pPr indent="0" algn="just" defTabSz="914400">
              <a:lnSpc>
                <a:spcPct val="90000"/>
              </a:lnSpc>
              <a:spcBef>
                <a:spcPts val="1001"/>
              </a:spcBef>
              <a:buNone/>
              <a:tabLst>
                <a:tab pos="0" algn="l"/>
              </a:tabLst>
            </a:pPr>
            <a:r>
              <a:rPr lang="en-US" sz="2800" b="1" u="none" strike="noStrike" dirty="0">
                <a:solidFill>
                  <a:schemeClr val="dk1"/>
                </a:solidFill>
                <a:effectLst/>
                <a:uFillTx/>
                <a:latin typeface="Calibri"/>
              </a:rPr>
              <a:t>Hint: </a:t>
            </a:r>
            <a:r>
              <a:rPr lang="en-US" sz="2800" b="0" u="none" strike="noStrike" dirty="0">
                <a:solidFill>
                  <a:schemeClr val="dk1"/>
                </a:solidFill>
                <a:effectLst/>
                <a:uFillTx/>
                <a:latin typeface="Calibri"/>
              </a:rPr>
              <a:t>represent binary numbers with strings (data type)</a:t>
            </a:r>
          </a:p>
          <a:p>
            <a:pPr indent="0" algn="just" defTabSz="914400">
              <a:lnSpc>
                <a:spcPct val="90000"/>
              </a:lnSpc>
              <a:spcBef>
                <a:spcPts val="1001"/>
              </a:spcBef>
              <a:buNone/>
              <a:tabLst>
                <a:tab pos="0" algn="l"/>
              </a:tabLst>
            </a:pPr>
            <a:endParaRPr lang="en-US" sz="400" b="0" u="none" strike="noStrike" dirty="0">
              <a:solidFill>
                <a:schemeClr val="dk1"/>
              </a:solidFill>
              <a:effectLst/>
              <a:uFillTx/>
              <a:latin typeface="Calibri"/>
            </a:endParaRPr>
          </a:p>
        </p:txBody>
      </p:sp>
      <p:sp>
        <p:nvSpPr>
          <p:cNvPr id="100" name="Content Placeholder 2"/>
          <p:cNvSpPr/>
          <p:nvPr/>
        </p:nvSpPr>
        <p:spPr>
          <a:xfrm>
            <a:off x="6972480" y="2746080"/>
            <a:ext cx="4809600" cy="2989440"/>
          </a:xfrm>
          <a:prstGeom prst="rect">
            <a:avLst/>
          </a:prstGeom>
          <a:solidFill>
            <a:schemeClr val="accent1">
              <a:lumMod val="20000"/>
              <a:lumOff val="80000"/>
            </a:schemeClr>
          </a:solidFill>
          <a:ln w="0">
            <a:solidFill>
              <a:srgbClr val="000000"/>
            </a:solid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90000"/>
              </a:lnSpc>
              <a:spcBef>
                <a:spcPts val="1001"/>
              </a:spcBef>
              <a:tabLst>
                <a:tab pos="0" algn="l"/>
              </a:tabLst>
            </a:pPr>
            <a:r>
              <a:rPr lang="en-US" sz="2800" b="1" u="none" strike="noStrike" dirty="0">
                <a:solidFill>
                  <a:schemeClr val="dk1"/>
                </a:solidFill>
                <a:effectLst/>
                <a:uFillTx/>
                <a:latin typeface="Calibri"/>
              </a:rPr>
              <a:t>Input:</a:t>
            </a:r>
            <a:endParaRPr lang="en-US" sz="2800" b="0" u="none" strike="noStrike" dirty="0">
              <a:solidFill>
                <a:srgbClr val="000000"/>
              </a:solidFill>
              <a:effectLst/>
              <a:uFillTx/>
              <a:latin typeface="Arial"/>
            </a:endParaRPr>
          </a:p>
          <a:p>
            <a:pPr algn="just" defTabSz="914400">
              <a:lnSpc>
                <a:spcPct val="90000"/>
              </a:lnSpc>
              <a:spcBef>
                <a:spcPts val="1001"/>
              </a:spcBef>
              <a:tabLst>
                <a:tab pos="0" algn="l"/>
              </a:tabLst>
            </a:pPr>
            <a:r>
              <a:rPr lang="en-US" sz="2800" b="0" u="none" strike="noStrike" dirty="0">
                <a:solidFill>
                  <a:schemeClr val="dk1"/>
                </a:solidFill>
                <a:effectLst/>
                <a:uFillTx/>
                <a:latin typeface="Calibri"/>
              </a:rPr>
              <a:t>Enter the first binary number: 000011010</a:t>
            </a:r>
            <a:endParaRPr lang="en-US" sz="2800" b="0" u="none" strike="noStrike" dirty="0">
              <a:solidFill>
                <a:srgbClr val="000000"/>
              </a:solidFill>
              <a:effectLst/>
              <a:uFillTx/>
              <a:latin typeface="Arial"/>
            </a:endParaRPr>
          </a:p>
          <a:p>
            <a:pPr algn="just" defTabSz="914400">
              <a:lnSpc>
                <a:spcPct val="90000"/>
              </a:lnSpc>
              <a:spcBef>
                <a:spcPts val="1001"/>
              </a:spcBef>
              <a:tabLst>
                <a:tab pos="0" algn="l"/>
              </a:tabLst>
            </a:pPr>
            <a:r>
              <a:rPr lang="en-US" sz="2800" b="0" u="none" strike="noStrike" dirty="0">
                <a:solidFill>
                  <a:schemeClr val="dk1"/>
                </a:solidFill>
                <a:effectLst/>
                <a:uFillTx/>
                <a:latin typeface="Calibri"/>
              </a:rPr>
              <a:t>Enter the second binary number: 011100001</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endParaRPr lang="en-US" sz="500" b="0" u="none" strike="noStrike" dirty="0">
              <a:solidFill>
                <a:srgbClr val="000000"/>
              </a:solidFill>
              <a:effectLst/>
              <a:uFillTx/>
              <a:latin typeface="Arial"/>
            </a:endParaRPr>
          </a:p>
          <a:p>
            <a:pPr defTabSz="914400">
              <a:lnSpc>
                <a:spcPct val="90000"/>
              </a:lnSpc>
              <a:spcBef>
                <a:spcPts val="1001"/>
              </a:spcBef>
              <a:tabLst>
                <a:tab pos="0" algn="l"/>
              </a:tabLst>
            </a:pPr>
            <a:r>
              <a:rPr lang="en-US" sz="2800" b="1" u="none" strike="noStrike" dirty="0">
                <a:solidFill>
                  <a:schemeClr val="dk1"/>
                </a:solidFill>
                <a:effectLst/>
                <a:uFillTx/>
                <a:latin typeface="Calibri"/>
              </a:rPr>
              <a:t>Output: </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0" u="none" strike="noStrike" dirty="0">
                <a:solidFill>
                  <a:schemeClr val="dk1"/>
                </a:solidFill>
                <a:effectLst/>
                <a:uFillTx/>
                <a:latin typeface="Calibri"/>
              </a:rPr>
              <a:t>Sum of the binary numbers: 011111011</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endParaRPr lang="en-US" sz="2800" b="0" u="none" strike="noStrike" dirty="0">
              <a:solidFill>
                <a:srgbClr val="000000"/>
              </a:solidFill>
              <a:effectLst/>
              <a:uFillTx/>
              <a:latin typeface="Arial"/>
            </a:endParaRPr>
          </a:p>
        </p:txBody>
      </p:sp>
      <p:sp>
        <p:nvSpPr>
          <p:cNvPr id="101" name="TextBox 4"/>
          <p:cNvSpPr/>
          <p:nvPr/>
        </p:nvSpPr>
        <p:spPr>
          <a:xfrm>
            <a:off x="6972480" y="2029680"/>
            <a:ext cx="1668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a:solidFill>
                  <a:schemeClr val="dk1"/>
                </a:solidFill>
                <a:effectLst/>
                <a:uFillTx/>
                <a:latin typeface="Dreaming Outloud Pro"/>
              </a:rPr>
              <a:t>Example:</a:t>
            </a:r>
            <a:endParaRPr lang="en-US" sz="32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380" y="-8478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it-IT" sz="4400" b="1" u="none" strike="noStrike" dirty="0" err="1">
                <a:solidFill>
                  <a:srgbClr val="00B050"/>
                </a:solidFill>
                <a:effectLst/>
                <a:uFillTx/>
                <a:latin typeface="Calibri Light"/>
              </a:rPr>
              <a:t>Exercise</a:t>
            </a:r>
            <a:r>
              <a:rPr lang="it-IT" sz="4400" b="1" u="none" strike="noStrike" dirty="0">
                <a:solidFill>
                  <a:srgbClr val="00B050"/>
                </a:solidFill>
                <a:effectLst/>
                <a:uFillTx/>
                <a:latin typeface="Calibri Light"/>
              </a:rPr>
              <a:t> 7 (More </a:t>
            </a:r>
            <a:r>
              <a:rPr lang="it-IT" sz="4400" b="1" u="none" strike="noStrike" dirty="0" err="1">
                <a:solidFill>
                  <a:srgbClr val="00B050"/>
                </a:solidFill>
                <a:effectLst/>
                <a:uFillTx/>
                <a:latin typeface="Calibri Light"/>
              </a:rPr>
              <a:t>Complex</a:t>
            </a:r>
            <a:r>
              <a:rPr lang="it-IT" sz="4400" b="1" u="none" strike="noStrike" dirty="0">
                <a:solidFill>
                  <a:srgbClr val="00B050"/>
                </a:solidFill>
                <a:effectLst/>
                <a:uFillTx/>
                <a:latin typeface="Calibri Light"/>
              </a:rPr>
              <a:t>)</a:t>
            </a:r>
            <a:r>
              <a:rPr lang="it-IT" sz="4400" b="1" u="none" strike="noStrike" dirty="0">
                <a:solidFill>
                  <a:schemeClr val="dk1"/>
                </a:solidFill>
                <a:effectLst/>
                <a:uFillTx/>
                <a:latin typeface="Calibri Light"/>
              </a:rPr>
              <a:t>: </a:t>
            </a:r>
            <a:r>
              <a:rPr lang="en-US" sz="4400" b="1" u="none" strike="noStrike" dirty="0">
                <a:solidFill>
                  <a:schemeClr val="dk1"/>
                </a:solidFill>
                <a:effectLst/>
                <a:uFillTx/>
                <a:latin typeface="Calibri Light"/>
              </a:rPr>
              <a:t>Palindrome</a:t>
            </a:r>
            <a:endParaRPr lang="en-US" sz="4400" b="0" u="none" strike="noStrike" dirty="0">
              <a:solidFill>
                <a:schemeClr val="dk1"/>
              </a:solidFill>
              <a:effectLst/>
              <a:uFillTx/>
              <a:latin typeface="Calibri"/>
            </a:endParaRPr>
          </a:p>
        </p:txBody>
      </p:sp>
      <p:sp>
        <p:nvSpPr>
          <p:cNvPr id="103" name="PlaceHolder 2"/>
          <p:cNvSpPr>
            <a:spLocks noGrp="1"/>
          </p:cNvSpPr>
          <p:nvPr>
            <p:ph/>
          </p:nvPr>
        </p:nvSpPr>
        <p:spPr>
          <a:xfrm>
            <a:off x="838080" y="1863720"/>
            <a:ext cx="4451400" cy="4416480"/>
          </a:xfrm>
          <a:prstGeom prst="rect">
            <a:avLst/>
          </a:prstGeom>
          <a:noFill/>
          <a:ln w="0">
            <a:noFill/>
          </a:ln>
        </p:spPr>
        <p:txBody>
          <a:bodyPr lIns="91440" tIns="45720" rIns="91440" bIns="45720" anchor="t">
            <a:normAutofit/>
          </a:bodyPr>
          <a:lstStyle/>
          <a:p>
            <a:pPr indent="0" algn="just" defTabSz="914400">
              <a:lnSpc>
                <a:spcPct val="90000"/>
              </a:lnSpc>
              <a:spcBef>
                <a:spcPts val="1001"/>
              </a:spcBef>
              <a:buNone/>
              <a:tabLst>
                <a:tab pos="0" algn="l"/>
              </a:tabLst>
            </a:pPr>
            <a:r>
              <a:rPr lang="en-US" sz="2800" b="0" u="none" strike="noStrike">
                <a:solidFill>
                  <a:schemeClr val="dk1"/>
                </a:solidFill>
                <a:effectLst/>
                <a:uFillTx/>
                <a:latin typeface="Calibri"/>
              </a:rPr>
              <a:t>Write a C++ function to check if a given string is a </a:t>
            </a:r>
            <a:r>
              <a:rPr lang="en-US" sz="2800" b="1" u="none" strike="noStrike">
                <a:solidFill>
                  <a:srgbClr val="FF0000"/>
                </a:solidFill>
                <a:effectLst/>
                <a:uFillTx/>
                <a:latin typeface="Calibri"/>
              </a:rPr>
              <a:t>Palindrome</a:t>
            </a:r>
            <a:r>
              <a:rPr lang="en-US" sz="2800" b="0" u="none" strike="noStrike">
                <a:solidFill>
                  <a:schemeClr val="dk1"/>
                </a:solidFill>
                <a:effectLst/>
                <a:uFillTx/>
                <a:latin typeface="Calibri"/>
              </a:rPr>
              <a:t> or not.</a:t>
            </a:r>
          </a:p>
          <a:p>
            <a:pPr indent="0" algn="just" defTabSz="914400">
              <a:lnSpc>
                <a:spcPct val="90000"/>
              </a:lnSpc>
              <a:spcBef>
                <a:spcPts val="1001"/>
              </a:spcBef>
              <a:buNone/>
              <a:tabLst>
                <a:tab pos="0" algn="l"/>
              </a:tabLst>
            </a:pPr>
            <a:r>
              <a:rPr lang="en-US" sz="2800" b="0" u="none" strike="noStrike">
                <a:solidFill>
                  <a:schemeClr val="dk1"/>
                </a:solidFill>
                <a:effectLst/>
                <a:uFillTx/>
                <a:latin typeface="Calibri"/>
              </a:rPr>
              <a:t> </a:t>
            </a:r>
            <a:br>
              <a:rPr sz="2800"/>
            </a:br>
            <a:r>
              <a:rPr lang="en-US" sz="2800" b="0" u="none" strike="noStrike">
                <a:solidFill>
                  <a:schemeClr val="dk1"/>
                </a:solidFill>
                <a:effectLst/>
                <a:uFillTx/>
                <a:latin typeface="Calibri"/>
              </a:rPr>
              <a:t>A palindrome is a word, number, phrase, or other sequence of characters which reads the same backward as forward, such as madam, racecar</a:t>
            </a:r>
          </a:p>
        </p:txBody>
      </p:sp>
      <p:sp>
        <p:nvSpPr>
          <p:cNvPr id="104" name="Content Placeholder 2"/>
          <p:cNvSpPr/>
          <p:nvPr/>
        </p:nvSpPr>
        <p:spPr>
          <a:xfrm>
            <a:off x="5993280" y="2586960"/>
            <a:ext cx="2383920" cy="2601360"/>
          </a:xfrm>
          <a:prstGeom prst="rect">
            <a:avLst/>
          </a:prstGeom>
          <a:solidFill>
            <a:schemeClr val="accent1">
              <a:lumMod val="20000"/>
              <a:lumOff val="80000"/>
            </a:schemeClr>
          </a:solidFill>
          <a:ln w="0">
            <a:solidFill>
              <a:srgbClr val="000000"/>
            </a:solidFill>
          </a:ln>
        </p:spPr>
        <p:style>
          <a:lnRef idx="0">
            <a:scrgbClr r="0" g="0" b="0"/>
          </a:lnRef>
          <a:fillRef idx="0">
            <a:scrgbClr r="0" g="0" b="0"/>
          </a:fillRef>
          <a:effectRef idx="0">
            <a:scrgbClr r="0" g="0" b="0"/>
          </a:effectRef>
          <a:fontRef idx="minor"/>
        </p:style>
        <p:txBody>
          <a:bodyPr anchor="t">
            <a:normAutofit/>
          </a:bodyPr>
          <a:lstStyle/>
          <a:p>
            <a:pPr defTabSz="914400">
              <a:lnSpc>
                <a:spcPct val="90000"/>
              </a:lnSpc>
              <a:spcBef>
                <a:spcPts val="1001"/>
              </a:spcBef>
              <a:tabLst>
                <a:tab pos="0" algn="l"/>
              </a:tabLst>
            </a:pPr>
            <a:r>
              <a:rPr lang="en-US" sz="2800" b="1" u="none" strike="noStrike" dirty="0">
                <a:solidFill>
                  <a:schemeClr val="dk1"/>
                </a:solidFill>
                <a:effectLst/>
                <a:uFillTx/>
                <a:latin typeface="Calibri"/>
              </a:rPr>
              <a:t>Input:</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0" u="none" strike="noStrike" dirty="0">
                <a:solidFill>
                  <a:schemeClr val="dk1"/>
                </a:solidFill>
                <a:effectLst/>
                <a:uFillTx/>
                <a:latin typeface="Calibri"/>
              </a:rPr>
              <a:t>madam</a:t>
            </a:r>
            <a:br>
              <a:rPr sz="2800" dirty="0"/>
            </a:b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1" u="none" strike="noStrike" dirty="0">
                <a:solidFill>
                  <a:schemeClr val="dk1"/>
                </a:solidFill>
                <a:effectLst/>
                <a:uFillTx/>
                <a:latin typeface="Calibri"/>
              </a:rPr>
              <a:t>Output: </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0" u="none" strike="noStrike" dirty="0">
                <a:solidFill>
                  <a:schemeClr val="dk1"/>
                </a:solidFill>
                <a:effectLst/>
                <a:uFillTx/>
                <a:latin typeface="Calibri"/>
              </a:rPr>
              <a:t>True</a:t>
            </a:r>
            <a:endParaRPr lang="en-US" sz="2800" b="0" u="none" strike="noStrike" dirty="0">
              <a:solidFill>
                <a:srgbClr val="000000"/>
              </a:solidFill>
              <a:effectLst/>
              <a:uFillTx/>
              <a:latin typeface="Arial"/>
            </a:endParaRPr>
          </a:p>
        </p:txBody>
      </p:sp>
      <p:sp>
        <p:nvSpPr>
          <p:cNvPr id="105" name="TextBox 4"/>
          <p:cNvSpPr/>
          <p:nvPr/>
        </p:nvSpPr>
        <p:spPr>
          <a:xfrm>
            <a:off x="5993280" y="1870560"/>
            <a:ext cx="1668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a:solidFill>
                  <a:schemeClr val="dk1"/>
                </a:solidFill>
                <a:effectLst/>
                <a:uFillTx/>
                <a:latin typeface="Dreaming Outloud Pro"/>
              </a:rPr>
              <a:t>Example:</a:t>
            </a:r>
            <a:endParaRPr lang="en-US" sz="3200" b="0" u="none" strike="noStrike">
              <a:solidFill>
                <a:srgbClr val="000000"/>
              </a:solidFill>
              <a:effectLst/>
              <a:uFillTx/>
              <a:latin typeface="Arial"/>
            </a:endParaRPr>
          </a:p>
        </p:txBody>
      </p:sp>
      <p:pic>
        <p:nvPicPr>
          <p:cNvPr id="106" name="Picture 6" descr="A diagram of a word&#10;&#10;AI-generated content may be incorrect."/>
          <p:cNvPicPr/>
          <p:nvPr/>
        </p:nvPicPr>
        <p:blipFill>
          <a:blip r:embed="rId3"/>
          <a:srcRect b="2761"/>
          <a:stretch/>
        </p:blipFill>
        <p:spPr>
          <a:xfrm>
            <a:off x="8627760" y="1509840"/>
            <a:ext cx="3428640" cy="4982400"/>
          </a:xfrm>
          <a:prstGeom prst="rect">
            <a:avLst/>
          </a:prstGeom>
          <a:noFill/>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260" y="8262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it-IT" sz="4400" b="1" u="none" strike="noStrike" dirty="0" err="1">
                <a:solidFill>
                  <a:srgbClr val="00B050"/>
                </a:solidFill>
                <a:effectLst/>
                <a:uFillTx/>
                <a:latin typeface="Calibri Light"/>
              </a:rPr>
              <a:t>Exercise</a:t>
            </a:r>
            <a:r>
              <a:rPr lang="it-IT" sz="4400" b="1" u="none" strike="noStrike" dirty="0">
                <a:solidFill>
                  <a:srgbClr val="00B050"/>
                </a:solidFill>
                <a:effectLst/>
                <a:uFillTx/>
                <a:latin typeface="Calibri Light"/>
              </a:rPr>
              <a:t> 8 (More </a:t>
            </a:r>
            <a:r>
              <a:rPr lang="it-IT" sz="4400" b="1" u="none" strike="noStrike" dirty="0" err="1">
                <a:solidFill>
                  <a:srgbClr val="00B050"/>
                </a:solidFill>
                <a:effectLst/>
                <a:uFillTx/>
                <a:latin typeface="Calibri Light"/>
              </a:rPr>
              <a:t>Complex</a:t>
            </a:r>
            <a:r>
              <a:rPr lang="it-IT" sz="4400" b="1" u="none" strike="noStrike" dirty="0">
                <a:solidFill>
                  <a:srgbClr val="00B050"/>
                </a:solidFill>
                <a:effectLst/>
                <a:uFillTx/>
                <a:latin typeface="Calibri Light"/>
              </a:rPr>
              <a:t>)</a:t>
            </a:r>
            <a:r>
              <a:rPr lang="it-IT" sz="4400" b="1" u="none" strike="noStrike" dirty="0">
                <a:solidFill>
                  <a:schemeClr val="dk1"/>
                </a:solidFill>
                <a:effectLst/>
                <a:uFillTx/>
                <a:latin typeface="Calibri Light"/>
              </a:rPr>
              <a:t>: </a:t>
            </a:r>
            <a:r>
              <a:rPr lang="en-US" sz="4400" b="1" u="none" strike="noStrike" dirty="0">
                <a:solidFill>
                  <a:schemeClr val="dk1"/>
                </a:solidFill>
                <a:effectLst/>
                <a:uFillTx/>
                <a:latin typeface="Calibri Light"/>
              </a:rPr>
              <a:t>Roman numeral conversion</a:t>
            </a:r>
            <a:endParaRPr lang="en-US" sz="4400" b="0" u="none" strike="noStrike" dirty="0">
              <a:solidFill>
                <a:schemeClr val="dk1"/>
              </a:solidFill>
              <a:effectLst/>
              <a:uFillTx/>
              <a:latin typeface="Calibri"/>
            </a:endParaRPr>
          </a:p>
        </p:txBody>
      </p:sp>
      <p:sp>
        <p:nvSpPr>
          <p:cNvPr id="108" name="PlaceHolder 2"/>
          <p:cNvSpPr>
            <a:spLocks noGrp="1"/>
          </p:cNvSpPr>
          <p:nvPr>
            <p:ph/>
          </p:nvPr>
        </p:nvSpPr>
        <p:spPr>
          <a:xfrm>
            <a:off x="838080" y="1863720"/>
            <a:ext cx="4451400" cy="3903120"/>
          </a:xfrm>
          <a:prstGeom prst="rect">
            <a:avLst/>
          </a:prstGeom>
          <a:noFill/>
          <a:ln w="0">
            <a:noFill/>
          </a:ln>
        </p:spPr>
        <p:txBody>
          <a:bodyPr lIns="91440" tIns="45720" rIns="91440" bIns="45720" anchor="t">
            <a:normAutofit fontScale="85000" lnSpcReduction="9999"/>
          </a:bodyPr>
          <a:lstStyle/>
          <a:p>
            <a:pPr indent="0" algn="just" defTabSz="914400">
              <a:lnSpc>
                <a:spcPct val="90000"/>
              </a:lnSpc>
              <a:spcBef>
                <a:spcPts val="1001"/>
              </a:spcBef>
              <a:buNone/>
              <a:tabLst>
                <a:tab pos="0" algn="l"/>
              </a:tabLst>
            </a:pPr>
            <a:r>
              <a:rPr lang="en-US" sz="2800" b="0" u="none" strike="noStrike">
                <a:solidFill>
                  <a:schemeClr val="dk1"/>
                </a:solidFill>
                <a:effectLst/>
                <a:uFillTx/>
                <a:latin typeface="Calibri"/>
              </a:rPr>
              <a:t>Write a C++ function to convert a given integer to a Roman numeral</a:t>
            </a:r>
          </a:p>
          <a:p>
            <a:pPr indent="0" algn="just" defTabSz="914400">
              <a:lnSpc>
                <a:spcPct val="90000"/>
              </a:lnSpc>
              <a:spcBef>
                <a:spcPts val="1001"/>
              </a:spcBef>
              <a:buNone/>
              <a:tabLst>
                <a:tab pos="0" algn="l"/>
              </a:tabLst>
            </a:pPr>
            <a:r>
              <a:rPr lang="en-US" sz="2800" b="0" u="none" strike="noStrike">
                <a:solidFill>
                  <a:schemeClr val="dk1"/>
                </a:solidFill>
                <a:effectLst/>
                <a:uFillTx/>
                <a:latin typeface="Calibri"/>
              </a:rPr>
              <a:t>From Wikipedia:</a:t>
            </a:r>
          </a:p>
          <a:p>
            <a:pPr indent="0" algn="just" defTabSz="914400">
              <a:lnSpc>
                <a:spcPct val="90000"/>
              </a:lnSpc>
              <a:spcBef>
                <a:spcPts val="1001"/>
              </a:spcBef>
              <a:buNone/>
              <a:tabLst>
                <a:tab pos="0" algn="l"/>
              </a:tabLst>
            </a:pPr>
            <a:r>
              <a:rPr lang="en-US" sz="2800" b="0" u="none" strike="noStrike">
                <a:solidFill>
                  <a:schemeClr val="dk1"/>
                </a:solidFill>
                <a:effectLst/>
                <a:uFillTx/>
                <a:latin typeface="Calibri"/>
              </a:rPr>
              <a:t>Roman numerals are a numeral system that originated in ancient Rome and remained the usual way of writing numbers throughout Europe well into the Late Middle Ages. Numbers in this system are represented by combinations of letters from the Latin alphabet.</a:t>
            </a:r>
          </a:p>
        </p:txBody>
      </p:sp>
      <p:sp>
        <p:nvSpPr>
          <p:cNvPr id="109" name="Content Placeholder 2"/>
          <p:cNvSpPr/>
          <p:nvPr/>
        </p:nvSpPr>
        <p:spPr>
          <a:xfrm>
            <a:off x="6095880" y="3815280"/>
            <a:ext cx="3937468" cy="2084479"/>
          </a:xfrm>
          <a:prstGeom prst="rect">
            <a:avLst/>
          </a:prstGeom>
          <a:solidFill>
            <a:schemeClr val="accent1">
              <a:lumMod val="40000"/>
              <a:lumOff val="60000"/>
            </a:schemeClr>
          </a:solidFill>
          <a:ln w="0">
            <a:solidFill>
              <a:srgbClr val="000000"/>
            </a:solidFill>
          </a:ln>
        </p:spPr>
        <p:style>
          <a:lnRef idx="0">
            <a:scrgbClr r="0" g="0" b="0"/>
          </a:lnRef>
          <a:fillRef idx="0">
            <a:scrgbClr r="0" g="0" b="0"/>
          </a:fillRef>
          <a:effectRef idx="0">
            <a:scrgbClr r="0" g="0" b="0"/>
          </a:effectRef>
          <a:fontRef idx="minor"/>
        </p:style>
        <p:txBody>
          <a:bodyPr anchor="t">
            <a:normAutofit fontScale="92500" lnSpcReduction="10000"/>
          </a:bodyPr>
          <a:lstStyle/>
          <a:p>
            <a:pPr defTabSz="914400">
              <a:lnSpc>
                <a:spcPct val="90000"/>
              </a:lnSpc>
              <a:spcBef>
                <a:spcPts val="1001"/>
              </a:spcBef>
              <a:tabLst>
                <a:tab pos="0" algn="l"/>
              </a:tabLst>
            </a:pPr>
            <a:r>
              <a:rPr lang="en-US" sz="2800" b="1" u="none" strike="noStrike" dirty="0">
                <a:solidFill>
                  <a:schemeClr val="dk1"/>
                </a:solidFill>
                <a:effectLst/>
                <a:uFillTx/>
                <a:latin typeface="Calibri"/>
              </a:rPr>
              <a:t>Input:</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0" u="none" strike="noStrike" dirty="0">
                <a:solidFill>
                  <a:schemeClr val="dk1"/>
                </a:solidFill>
                <a:effectLst/>
                <a:uFillTx/>
                <a:latin typeface="Calibri"/>
              </a:rPr>
              <a:t>n: 7</a:t>
            </a:r>
            <a:br>
              <a:rPr sz="2800" dirty="0"/>
            </a:b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1" u="none" strike="noStrike" dirty="0">
                <a:solidFill>
                  <a:schemeClr val="dk1"/>
                </a:solidFill>
                <a:effectLst/>
                <a:uFillTx/>
                <a:latin typeface="Calibri"/>
              </a:rPr>
              <a:t>Output: </a:t>
            </a:r>
            <a:endParaRPr lang="en-US" sz="2800" b="0" u="none" strike="noStrike" dirty="0">
              <a:solidFill>
                <a:srgbClr val="000000"/>
              </a:solidFill>
              <a:effectLst/>
              <a:uFillTx/>
              <a:latin typeface="Arial"/>
            </a:endParaRPr>
          </a:p>
          <a:p>
            <a:pPr defTabSz="914400">
              <a:lnSpc>
                <a:spcPct val="90000"/>
              </a:lnSpc>
              <a:spcBef>
                <a:spcPts val="1001"/>
              </a:spcBef>
              <a:tabLst>
                <a:tab pos="0" algn="l"/>
              </a:tabLst>
            </a:pPr>
            <a:r>
              <a:rPr lang="en-US" sz="2800" b="0" u="none" strike="noStrike" dirty="0">
                <a:solidFill>
                  <a:schemeClr val="dk1"/>
                </a:solidFill>
                <a:effectLst/>
                <a:uFillTx/>
                <a:latin typeface="Calibri"/>
              </a:rPr>
              <a:t>VII</a:t>
            </a:r>
            <a:endParaRPr lang="en-US" sz="2800" b="0" u="none" strike="noStrike" dirty="0">
              <a:solidFill>
                <a:srgbClr val="000000"/>
              </a:solidFill>
              <a:effectLst/>
              <a:uFillTx/>
              <a:latin typeface="Arial"/>
            </a:endParaRPr>
          </a:p>
        </p:txBody>
      </p:sp>
      <p:sp>
        <p:nvSpPr>
          <p:cNvPr id="110" name="TextBox 4"/>
          <p:cNvSpPr/>
          <p:nvPr/>
        </p:nvSpPr>
        <p:spPr>
          <a:xfrm>
            <a:off x="7102080" y="2999880"/>
            <a:ext cx="1668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a:solidFill>
                  <a:schemeClr val="dk1"/>
                </a:solidFill>
                <a:effectLst/>
                <a:uFillTx/>
                <a:latin typeface="Dreaming Outloud Pro"/>
              </a:rPr>
              <a:t>Example:</a:t>
            </a:r>
            <a:endParaRPr lang="en-US" sz="3200" b="0" u="none" strike="noStrike">
              <a:solidFill>
                <a:srgbClr val="000000"/>
              </a:solidFill>
              <a:effectLst/>
              <a:uFillTx/>
              <a:latin typeface="Arial"/>
            </a:endParaRPr>
          </a:p>
        </p:txBody>
      </p:sp>
      <p:pic>
        <p:nvPicPr>
          <p:cNvPr id="111" name="Picture 7" descr="A white rectangular grid with blue letters and numbers&#10;&#10;AI-generated content may be incorrect."/>
          <p:cNvPicPr/>
          <p:nvPr/>
        </p:nvPicPr>
        <p:blipFill>
          <a:blip r:embed="rId3"/>
          <a:stretch/>
        </p:blipFill>
        <p:spPr>
          <a:xfrm>
            <a:off x="7102080" y="1118520"/>
            <a:ext cx="3275640" cy="157824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1982</TotalTime>
  <Words>3875</Words>
  <Application>Microsoft Office PowerPoint</Application>
  <PresentationFormat>Widescreen</PresentationFormat>
  <Paragraphs>523</Paragraphs>
  <Slides>20</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Calibri</vt:lpstr>
      <vt:lpstr>Calibri Light</vt:lpstr>
      <vt:lpstr>Consolas</vt:lpstr>
      <vt:lpstr>Courier New</vt:lpstr>
      <vt:lpstr>Dreaming Outloud Pro</vt:lpstr>
      <vt:lpstr>Symbol</vt:lpstr>
      <vt:lpstr>Times New Roman</vt:lpstr>
      <vt:lpstr>Wingdings</vt:lpstr>
      <vt:lpstr>Office Theme</vt:lpstr>
      <vt:lpstr>Introduction to Computer Science and Programming</vt:lpstr>
      <vt:lpstr>Today…</vt:lpstr>
      <vt:lpstr>C++ language (commands covered so far)- Lecture Recap </vt:lpstr>
      <vt:lpstr>Function</vt:lpstr>
      <vt:lpstr>Example</vt:lpstr>
      <vt:lpstr>Duplicated code</vt:lpstr>
      <vt:lpstr>                                                                             </vt:lpstr>
      <vt:lpstr>Function and Parameter Declaration</vt:lpstr>
      <vt:lpstr>Function and Parameter Declaration</vt:lpstr>
      <vt:lpstr>Function and Parameter Declaration</vt:lpstr>
      <vt:lpstr>Function and Parameter Declaration</vt:lpstr>
      <vt:lpstr>Example</vt:lpstr>
      <vt:lpstr>Exercise 1 (simple): Calculate the area of rectangle, triangle and cylinder using function overloading </vt:lpstr>
      <vt:lpstr>Exercise 2 (simple): Check if a number is prime</vt:lpstr>
      <vt:lpstr>Exercise 3 (simple): Count the number of digits in an integer</vt:lpstr>
      <vt:lpstr>Exercise 4 (simple): Calculator</vt:lpstr>
      <vt:lpstr>Exercise 5 (Simple): Subsequence</vt:lpstr>
      <vt:lpstr>Exercise 6 (More Complex): Add two binary numbers </vt:lpstr>
      <vt:lpstr>Exercise 7 (More Complex): Palindrome</vt:lpstr>
      <vt:lpstr>Exercise 8 (More Complex): Roman numeral conversion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dc:description/>
  <cp:lastModifiedBy>Muhammad Mohsin</cp:lastModifiedBy>
  <cp:revision>467</cp:revision>
  <dcterms:created xsi:type="dcterms:W3CDTF">2018-08-24T21:11:55Z</dcterms:created>
  <dcterms:modified xsi:type="dcterms:W3CDTF">2026-02-27T14:53:06Z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Widescreen</vt:lpwstr>
  </property>
  <property fmtid="{D5CDD505-2E9C-101B-9397-08002B2CF9AE}" pid="4" name="Slides">
    <vt:i4>13</vt:i4>
  </property>
</Properties>
</file>