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337" r:id="rId3"/>
    <p:sldId id="440" r:id="rId4"/>
    <p:sldId id="442" r:id="rId5"/>
    <p:sldId id="438" r:id="rId6"/>
    <p:sldId id="444" r:id="rId7"/>
    <p:sldId id="445" r:id="rId8"/>
    <p:sldId id="443" r:id="rId9"/>
    <p:sldId id="350" r:id="rId10"/>
    <p:sldId id="439" r:id="rId11"/>
    <p:sldId id="275" r:id="rId12"/>
    <p:sldId id="359" r:id="rId13"/>
    <p:sldId id="360" r:id="rId14"/>
    <p:sldId id="338" r:id="rId15"/>
    <p:sldId id="356" r:id="rId16"/>
    <p:sldId id="361" r:id="rId17"/>
    <p:sldId id="352" r:id="rId18"/>
    <p:sldId id="362" r:id="rId19"/>
    <p:sldId id="434" r:id="rId20"/>
    <p:sldId id="435" r:id="rId21"/>
    <p:sldId id="437" r:id="rId22"/>
    <p:sldId id="43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9C96F-9F80-5BDC-8494-49C17A6A03D6}" v="9" dt="2026-03-04T13:50:38.446"/>
    <p1510:client id="{3E842053-62BF-4167-8B29-A4E8FC80E2ED}" v="70" dt="2026-03-05T09:23:32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89542" autoAdjust="0"/>
  </p:normalViewPr>
  <p:slideViewPr>
    <p:cSldViewPr snapToGrid="0" snapToObjects="1">
      <p:cViewPr varScale="1">
        <p:scale>
          <a:sx n="74" d="100"/>
          <a:sy n="74" d="100"/>
        </p:scale>
        <p:origin x="119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Mohsin" userId="df76b627-ce7c-4005-88dc-15e098f355fb" providerId="ADAL" clId="{3B62111D-8EFE-472B-9F97-00499F2BB5A4}"/>
    <pc:docChg chg="undo custSel addSld delSld modSld">
      <pc:chgData name="Muhammad Mohsin" userId="df76b627-ce7c-4005-88dc-15e098f355fb" providerId="ADAL" clId="{3B62111D-8EFE-472B-9F97-00499F2BB5A4}" dt="2026-03-05T11:05:08.698" v="665" actId="729"/>
      <pc:docMkLst>
        <pc:docMk/>
      </pc:docMkLst>
      <pc:sldChg chg="modSp mod">
        <pc:chgData name="Muhammad Mohsin" userId="df76b627-ce7c-4005-88dc-15e098f355fb" providerId="ADAL" clId="{3B62111D-8EFE-472B-9F97-00499F2BB5A4}" dt="2026-03-05T09:24:23.564" v="664" actId="20577"/>
        <pc:sldMkLst>
          <pc:docMk/>
          <pc:sldMk cId="2818482663" sldId="256"/>
        </pc:sldMkLst>
        <pc:spChg chg="mod">
          <ac:chgData name="Muhammad Mohsin" userId="df76b627-ce7c-4005-88dc-15e098f355fb" providerId="ADAL" clId="{3B62111D-8EFE-472B-9F97-00499F2BB5A4}" dt="2026-03-05T09:24:23.564" v="664" actId="20577"/>
          <ac:spMkLst>
            <pc:docMk/>
            <pc:sldMk cId="2818482663" sldId="256"/>
            <ac:spMk id="3" creationId="{305C8C55-FA11-A041-9D33-F4E3D0C999CF}"/>
          </ac:spMkLst>
        </pc:spChg>
      </pc:sldChg>
      <pc:sldChg chg="modSp mod">
        <pc:chgData name="Muhammad Mohsin" userId="df76b627-ce7c-4005-88dc-15e098f355fb" providerId="ADAL" clId="{3B62111D-8EFE-472B-9F97-00499F2BB5A4}" dt="2026-03-05T08:34:14.831" v="619" actId="20577"/>
        <pc:sldMkLst>
          <pc:docMk/>
          <pc:sldMk cId="2340211555" sldId="275"/>
        </pc:sldMkLst>
        <pc:spChg chg="mod">
          <ac:chgData name="Muhammad Mohsin" userId="df76b627-ce7c-4005-88dc-15e098f355fb" providerId="ADAL" clId="{3B62111D-8EFE-472B-9F97-00499F2BB5A4}" dt="2026-03-05T08:34:14.831" v="619" actId="20577"/>
          <ac:spMkLst>
            <pc:docMk/>
            <pc:sldMk cId="2340211555" sldId="275"/>
            <ac:spMk id="2" creationId="{D7BE1D38-79C4-815E-3249-181221184CD6}"/>
          </ac:spMkLst>
        </pc:spChg>
      </pc:sldChg>
      <pc:sldChg chg="modSp mod">
        <pc:chgData name="Muhammad Mohsin" userId="df76b627-ce7c-4005-88dc-15e098f355fb" providerId="ADAL" clId="{3B62111D-8EFE-472B-9F97-00499F2BB5A4}" dt="2026-03-05T09:12:27.987" v="657" actId="27636"/>
        <pc:sldMkLst>
          <pc:docMk/>
          <pc:sldMk cId="2915504808" sldId="337"/>
        </pc:sldMkLst>
        <pc:spChg chg="mod">
          <ac:chgData name="Muhammad Mohsin" userId="df76b627-ce7c-4005-88dc-15e098f355fb" providerId="ADAL" clId="{3B62111D-8EFE-472B-9F97-00499F2BB5A4}" dt="2026-03-05T09:12:27.987" v="657" actId="27636"/>
          <ac:spMkLst>
            <pc:docMk/>
            <pc:sldMk cId="2915504808" sldId="337"/>
            <ac:spMk id="3" creationId="{3401FB08-0D9A-744A-A038-1F1CE70734E6}"/>
          </ac:spMkLst>
        </pc:spChg>
      </pc:sldChg>
      <pc:sldChg chg="modSp mod modShow">
        <pc:chgData name="Muhammad Mohsin" userId="df76b627-ce7c-4005-88dc-15e098f355fb" providerId="ADAL" clId="{3B62111D-8EFE-472B-9F97-00499F2BB5A4}" dt="2026-03-05T09:11:54.655" v="653" actId="729"/>
        <pc:sldMkLst>
          <pc:docMk/>
          <pc:sldMk cId="3381194081" sldId="352"/>
        </pc:sldMkLst>
        <pc:spChg chg="mod">
          <ac:chgData name="Muhammad Mohsin" userId="df76b627-ce7c-4005-88dc-15e098f355fb" providerId="ADAL" clId="{3B62111D-8EFE-472B-9F97-00499F2BB5A4}" dt="2026-03-05T08:34:23.872" v="621" actId="20577"/>
          <ac:spMkLst>
            <pc:docMk/>
            <pc:sldMk cId="3381194081" sldId="352"/>
            <ac:spMk id="2" creationId="{CF63EC8B-CFFE-87AF-96D6-865FFD7236B6}"/>
          </ac:spMkLst>
        </pc:spChg>
      </pc:sldChg>
      <pc:sldChg chg="mod modShow">
        <pc:chgData name="Muhammad Mohsin" userId="df76b627-ce7c-4005-88dc-15e098f355fb" providerId="ADAL" clId="{3B62111D-8EFE-472B-9F97-00499F2BB5A4}" dt="2026-03-05T09:08:36.889" v="649" actId="729"/>
        <pc:sldMkLst>
          <pc:docMk/>
          <pc:sldMk cId="1635942750" sldId="362"/>
        </pc:sldMkLst>
      </pc:sldChg>
      <pc:sldChg chg="mod modShow">
        <pc:chgData name="Muhammad Mohsin" userId="df76b627-ce7c-4005-88dc-15e098f355fb" providerId="ADAL" clId="{3B62111D-8EFE-472B-9F97-00499F2BB5A4}" dt="2026-03-05T09:08:44.679" v="650" actId="729"/>
        <pc:sldMkLst>
          <pc:docMk/>
          <pc:sldMk cId="577946568" sldId="434"/>
        </pc:sldMkLst>
      </pc:sldChg>
      <pc:sldChg chg="mod modShow">
        <pc:chgData name="Muhammad Mohsin" userId="df76b627-ce7c-4005-88dc-15e098f355fb" providerId="ADAL" clId="{3B62111D-8EFE-472B-9F97-00499F2BB5A4}" dt="2026-03-05T09:08:49.396" v="651" actId="729"/>
        <pc:sldMkLst>
          <pc:docMk/>
          <pc:sldMk cId="244229953" sldId="435"/>
        </pc:sldMkLst>
      </pc:sldChg>
      <pc:sldChg chg="mod modShow">
        <pc:chgData name="Muhammad Mohsin" userId="df76b627-ce7c-4005-88dc-15e098f355fb" providerId="ADAL" clId="{3B62111D-8EFE-472B-9F97-00499F2BB5A4}" dt="2026-03-05T11:05:08.698" v="665" actId="729"/>
        <pc:sldMkLst>
          <pc:docMk/>
          <pc:sldMk cId="4115409280" sldId="436"/>
        </pc:sldMkLst>
      </pc:sldChg>
      <pc:sldChg chg="mod modShow">
        <pc:chgData name="Muhammad Mohsin" userId="df76b627-ce7c-4005-88dc-15e098f355fb" providerId="ADAL" clId="{3B62111D-8EFE-472B-9F97-00499F2BB5A4}" dt="2026-03-05T09:09:06.091" v="652" actId="729"/>
        <pc:sldMkLst>
          <pc:docMk/>
          <pc:sldMk cId="639372467" sldId="437"/>
        </pc:sldMkLst>
      </pc:sldChg>
      <pc:sldChg chg="addSp delSp modSp mod">
        <pc:chgData name="Muhammad Mohsin" userId="df76b627-ce7c-4005-88dc-15e098f355fb" providerId="ADAL" clId="{3B62111D-8EFE-472B-9F97-00499F2BB5A4}" dt="2026-03-04T23:27:14.407" v="328" actId="478"/>
        <pc:sldMkLst>
          <pc:docMk/>
          <pc:sldMk cId="3166478687" sldId="438"/>
        </pc:sldMkLst>
        <pc:spChg chg="mod">
          <ac:chgData name="Muhammad Mohsin" userId="df76b627-ce7c-4005-88dc-15e098f355fb" providerId="ADAL" clId="{3B62111D-8EFE-472B-9F97-00499F2BB5A4}" dt="2026-03-04T23:27:01.351" v="325" actId="20577"/>
          <ac:spMkLst>
            <pc:docMk/>
            <pc:sldMk cId="3166478687" sldId="438"/>
            <ac:spMk id="2" creationId="{A1564E32-21D3-9850-24C2-C9E8D1D265DD}"/>
          </ac:spMkLst>
        </pc:spChg>
        <pc:spChg chg="mod">
          <ac:chgData name="Muhammad Mohsin" userId="df76b627-ce7c-4005-88dc-15e098f355fb" providerId="ADAL" clId="{3B62111D-8EFE-472B-9F97-00499F2BB5A4}" dt="2026-03-04T23:22:25.979" v="253" actId="404"/>
          <ac:spMkLst>
            <pc:docMk/>
            <pc:sldMk cId="3166478687" sldId="438"/>
            <ac:spMk id="3" creationId="{A50011CA-4720-AE81-E5A7-7876EE9D873A}"/>
          </ac:spMkLst>
        </pc:spChg>
        <pc:picChg chg="add del mod">
          <ac:chgData name="Muhammad Mohsin" userId="df76b627-ce7c-4005-88dc-15e098f355fb" providerId="ADAL" clId="{3B62111D-8EFE-472B-9F97-00499F2BB5A4}" dt="2026-03-04T23:27:14.407" v="328" actId="478"/>
          <ac:picMkLst>
            <pc:docMk/>
            <pc:sldMk cId="3166478687" sldId="438"/>
            <ac:picMk id="4" creationId="{DFF5AC56-B3DB-389C-561C-3E34C1A5434F}"/>
          </ac:picMkLst>
        </pc:picChg>
      </pc:sldChg>
      <pc:sldChg chg="addSp delSp modSp add mod delAnim modNotesTx">
        <pc:chgData name="Muhammad Mohsin" userId="df76b627-ce7c-4005-88dc-15e098f355fb" providerId="ADAL" clId="{3B62111D-8EFE-472B-9F97-00499F2BB5A4}" dt="2026-03-05T09:14:40.192" v="658" actId="20577"/>
        <pc:sldMkLst>
          <pc:docMk/>
          <pc:sldMk cId="84280140" sldId="440"/>
        </pc:sldMkLst>
        <pc:spChg chg="mod">
          <ac:chgData name="Muhammad Mohsin" userId="df76b627-ce7c-4005-88dc-15e098f355fb" providerId="ADAL" clId="{3B62111D-8EFE-472B-9F97-00499F2BB5A4}" dt="2026-03-04T22:09:10.625" v="28" actId="20577"/>
          <ac:spMkLst>
            <pc:docMk/>
            <pc:sldMk cId="84280140" sldId="440"/>
            <ac:spMk id="2" creationId="{395C5024-D9AE-052D-1B8A-FF4F87DA505A}"/>
          </ac:spMkLst>
        </pc:spChg>
        <pc:spChg chg="mod">
          <ac:chgData name="Muhammad Mohsin" userId="df76b627-ce7c-4005-88dc-15e098f355fb" providerId="ADAL" clId="{3B62111D-8EFE-472B-9F97-00499F2BB5A4}" dt="2026-03-04T22:30:13.895" v="29"/>
          <ac:spMkLst>
            <pc:docMk/>
            <pc:sldMk cId="84280140" sldId="440"/>
            <ac:spMk id="3" creationId="{3DF9F716-CCC6-1AFD-768F-E4E0045022FE}"/>
          </ac:spMkLst>
        </pc:spChg>
        <pc:spChg chg="del">
          <ac:chgData name="Muhammad Mohsin" userId="df76b627-ce7c-4005-88dc-15e098f355fb" providerId="ADAL" clId="{3B62111D-8EFE-472B-9F97-00499F2BB5A4}" dt="2026-03-04T22:34:17.541" v="49" actId="478"/>
          <ac:spMkLst>
            <pc:docMk/>
            <pc:sldMk cId="84280140" sldId="440"/>
            <ac:spMk id="6" creationId="{CCB2BE71-9E98-7DD3-7BCC-388D2293762B}"/>
          </ac:spMkLst>
        </pc:spChg>
        <pc:spChg chg="del">
          <ac:chgData name="Muhammad Mohsin" userId="df76b627-ce7c-4005-88dc-15e098f355fb" providerId="ADAL" clId="{3B62111D-8EFE-472B-9F97-00499F2BB5A4}" dt="2026-03-04T22:34:19.930" v="50" actId="478"/>
          <ac:spMkLst>
            <pc:docMk/>
            <pc:sldMk cId="84280140" sldId="440"/>
            <ac:spMk id="7" creationId="{1E4A9088-E09C-1119-2B6D-09C9530A4A87}"/>
          </ac:spMkLst>
        </pc:spChg>
        <pc:picChg chg="del">
          <ac:chgData name="Muhammad Mohsin" userId="df76b627-ce7c-4005-88dc-15e098f355fb" providerId="ADAL" clId="{3B62111D-8EFE-472B-9F97-00499F2BB5A4}" dt="2026-03-04T22:34:14.512" v="48" actId="478"/>
          <ac:picMkLst>
            <pc:docMk/>
            <pc:sldMk cId="84280140" sldId="440"/>
            <ac:picMk id="4" creationId="{0C3B89B9-2B88-8D84-8BA3-A3E4D32D045E}"/>
          </ac:picMkLst>
        </pc:picChg>
        <pc:picChg chg="add mod">
          <ac:chgData name="Muhammad Mohsin" userId="df76b627-ce7c-4005-88dc-15e098f355fb" providerId="ADAL" clId="{3B62111D-8EFE-472B-9F97-00499F2BB5A4}" dt="2026-03-04T22:34:53.708" v="54" actId="1076"/>
          <ac:picMkLst>
            <pc:docMk/>
            <pc:sldMk cId="84280140" sldId="440"/>
            <ac:picMk id="1026" creationId="{7943770F-DFE1-EA5B-665C-B2EEB2D77C2D}"/>
          </ac:picMkLst>
        </pc:picChg>
      </pc:sldChg>
      <pc:sldChg chg="addSp delSp modSp add del mod delAnim">
        <pc:chgData name="Muhammad Mohsin" userId="df76b627-ce7c-4005-88dc-15e098f355fb" providerId="ADAL" clId="{3B62111D-8EFE-472B-9F97-00499F2BB5A4}" dt="2026-03-04T22:53:21.541" v="125" actId="2696"/>
        <pc:sldMkLst>
          <pc:docMk/>
          <pc:sldMk cId="729626456" sldId="441"/>
        </pc:sldMkLst>
        <pc:spChg chg="mod">
          <ac:chgData name="Muhammad Mohsin" userId="df76b627-ce7c-4005-88dc-15e098f355fb" providerId="ADAL" clId="{3B62111D-8EFE-472B-9F97-00499F2BB5A4}" dt="2026-03-04T22:33:42.107" v="46"/>
          <ac:spMkLst>
            <pc:docMk/>
            <pc:sldMk cId="729626456" sldId="441"/>
            <ac:spMk id="2" creationId="{5AE2B4DC-7683-51F5-2DFB-970DE5CFA1B7}"/>
          </ac:spMkLst>
        </pc:spChg>
        <pc:spChg chg="mod">
          <ac:chgData name="Muhammad Mohsin" userId="df76b627-ce7c-4005-88dc-15e098f355fb" providerId="ADAL" clId="{3B62111D-8EFE-472B-9F97-00499F2BB5A4}" dt="2026-03-04T22:32:57.456" v="42" actId="14100"/>
          <ac:spMkLst>
            <pc:docMk/>
            <pc:sldMk cId="729626456" sldId="441"/>
            <ac:spMk id="3" creationId="{D733067B-B12F-3F48-93A9-CAF5451DB522}"/>
          </ac:spMkLst>
        </pc:spChg>
        <pc:spChg chg="del">
          <ac:chgData name="Muhammad Mohsin" userId="df76b627-ce7c-4005-88dc-15e098f355fb" providerId="ADAL" clId="{3B62111D-8EFE-472B-9F97-00499F2BB5A4}" dt="2026-03-04T22:33:05.026" v="43" actId="478"/>
          <ac:spMkLst>
            <pc:docMk/>
            <pc:sldMk cId="729626456" sldId="441"/>
            <ac:spMk id="6" creationId="{C68FB9E6-BDAC-4A62-5BA1-9F4212E31D24}"/>
          </ac:spMkLst>
        </pc:spChg>
        <pc:spChg chg="del">
          <ac:chgData name="Muhammad Mohsin" userId="df76b627-ce7c-4005-88dc-15e098f355fb" providerId="ADAL" clId="{3B62111D-8EFE-472B-9F97-00499F2BB5A4}" dt="2026-03-04T22:33:07.433" v="44" actId="478"/>
          <ac:spMkLst>
            <pc:docMk/>
            <pc:sldMk cId="729626456" sldId="441"/>
            <ac:spMk id="7" creationId="{9F824F20-B88E-852F-6BE5-BF02DE322939}"/>
          </ac:spMkLst>
        </pc:spChg>
        <pc:spChg chg="add mod">
          <ac:chgData name="Muhammad Mohsin" userId="df76b627-ce7c-4005-88dc-15e098f355fb" providerId="ADAL" clId="{3B62111D-8EFE-472B-9F97-00499F2BB5A4}" dt="2026-03-04T22:33:58.202" v="47" actId="20577"/>
          <ac:spMkLst>
            <pc:docMk/>
            <pc:sldMk cId="729626456" sldId="441"/>
            <ac:spMk id="8" creationId="{BC3D156D-1646-7227-847C-E2E70F4F185B}"/>
          </ac:spMkLst>
        </pc:spChg>
        <pc:picChg chg="del">
          <ac:chgData name="Muhammad Mohsin" userId="df76b627-ce7c-4005-88dc-15e098f355fb" providerId="ADAL" clId="{3B62111D-8EFE-472B-9F97-00499F2BB5A4}" dt="2026-03-04T22:31:35.516" v="31" actId="478"/>
          <ac:picMkLst>
            <pc:docMk/>
            <pc:sldMk cId="729626456" sldId="441"/>
            <ac:picMk id="4" creationId="{20C75722-F465-0891-19F2-1FF89D9FC57E}"/>
          </ac:picMkLst>
        </pc:picChg>
      </pc:sldChg>
      <pc:sldChg chg="addSp delSp modSp add mod modNotesTx">
        <pc:chgData name="Muhammad Mohsin" userId="df76b627-ce7c-4005-88dc-15e098f355fb" providerId="ADAL" clId="{3B62111D-8EFE-472B-9F97-00499F2BB5A4}" dt="2026-03-05T09:14:45.960" v="659" actId="20577"/>
        <pc:sldMkLst>
          <pc:docMk/>
          <pc:sldMk cId="1637217243" sldId="442"/>
        </pc:sldMkLst>
        <pc:spChg chg="mod">
          <ac:chgData name="Muhammad Mohsin" userId="df76b627-ce7c-4005-88dc-15e098f355fb" providerId="ADAL" clId="{3B62111D-8EFE-472B-9F97-00499F2BB5A4}" dt="2026-03-04T22:46:44.167" v="76" actId="5793"/>
          <ac:spMkLst>
            <pc:docMk/>
            <pc:sldMk cId="1637217243" sldId="442"/>
            <ac:spMk id="2" creationId="{9134765E-49E6-339B-E340-804623EB4C9A}"/>
          </ac:spMkLst>
        </pc:spChg>
        <pc:spChg chg="del">
          <ac:chgData name="Muhammad Mohsin" userId="df76b627-ce7c-4005-88dc-15e098f355fb" providerId="ADAL" clId="{3B62111D-8EFE-472B-9F97-00499F2BB5A4}" dt="2026-03-04T22:46:11.331" v="57" actId="478"/>
          <ac:spMkLst>
            <pc:docMk/>
            <pc:sldMk cId="1637217243" sldId="442"/>
            <ac:spMk id="3" creationId="{E0874ED9-FCC4-B759-CEC7-285AC4494A18}"/>
          </ac:spMkLst>
        </pc:spChg>
        <pc:spChg chg="add del mod">
          <ac:chgData name="Muhammad Mohsin" userId="df76b627-ce7c-4005-88dc-15e098f355fb" providerId="ADAL" clId="{3B62111D-8EFE-472B-9F97-00499F2BB5A4}" dt="2026-03-04T22:47:47.135" v="84" actId="478"/>
          <ac:spMkLst>
            <pc:docMk/>
            <pc:sldMk cId="1637217243" sldId="442"/>
            <ac:spMk id="5" creationId="{9810D881-68C3-0E19-5381-3E2027E8C7F3}"/>
          </ac:spMkLst>
        </pc:spChg>
        <pc:spChg chg="del">
          <ac:chgData name="Muhammad Mohsin" userId="df76b627-ce7c-4005-88dc-15e098f355fb" providerId="ADAL" clId="{3B62111D-8EFE-472B-9F97-00499F2BB5A4}" dt="2026-03-04T22:46:07.905" v="56" actId="478"/>
          <ac:spMkLst>
            <pc:docMk/>
            <pc:sldMk cId="1637217243" sldId="442"/>
            <ac:spMk id="8" creationId="{5CC7B27D-F6A2-CAF7-D00E-7B6E017DC0C9}"/>
          </ac:spMkLst>
        </pc:spChg>
        <pc:grpChg chg="mod">
          <ac:chgData name="Muhammad Mohsin" userId="df76b627-ce7c-4005-88dc-15e098f355fb" providerId="ADAL" clId="{3B62111D-8EFE-472B-9F97-00499F2BB5A4}" dt="2026-03-04T22:52:56.205" v="120"/>
          <ac:grpSpMkLst>
            <pc:docMk/>
            <pc:sldMk cId="1637217243" sldId="442"/>
            <ac:grpSpMk id="29" creationId="{993FFA0C-3F64-0B4F-6377-8A3BFA04195E}"/>
          </ac:grpSpMkLst>
        </pc:grpChg>
        <pc:picChg chg="add mod">
          <ac:chgData name="Muhammad Mohsin" userId="df76b627-ce7c-4005-88dc-15e098f355fb" providerId="ADAL" clId="{3B62111D-8EFE-472B-9F97-00499F2BB5A4}" dt="2026-03-04T22:47:54.369" v="85" actId="1076"/>
          <ac:picMkLst>
            <pc:docMk/>
            <pc:sldMk cId="1637217243" sldId="442"/>
            <ac:picMk id="7" creationId="{BFC769B0-BC54-3169-6ECB-9AEA7EE89970}"/>
          </ac:picMkLst>
        </pc:picChg>
        <pc:picChg chg="add mod">
          <ac:chgData name="Muhammad Mohsin" userId="df76b627-ce7c-4005-88dc-15e098f355fb" providerId="ADAL" clId="{3B62111D-8EFE-472B-9F97-00499F2BB5A4}" dt="2026-03-04T22:48:00.129" v="87" actId="14100"/>
          <ac:picMkLst>
            <pc:docMk/>
            <pc:sldMk cId="1637217243" sldId="442"/>
            <ac:picMk id="10" creationId="{F0A5969F-BDBF-2B94-0E4B-5D159F36FEA5}"/>
          </ac:picMkLst>
        </pc:picChg>
        <pc:inkChg chg="add del">
          <ac:chgData name="Muhammad Mohsin" userId="df76b627-ce7c-4005-88dc-15e098f355fb" providerId="ADAL" clId="{3B62111D-8EFE-472B-9F97-00499F2BB5A4}" dt="2026-03-04T22:50:42.467" v="95" actId="9405"/>
          <ac:inkMkLst>
            <pc:docMk/>
            <pc:sldMk cId="1637217243" sldId="442"/>
            <ac:inkMk id="11" creationId="{61B1410E-DE8E-A66C-E39C-9C829A164907}"/>
          </ac:inkMkLst>
        </pc:inkChg>
        <pc:inkChg chg="add mod">
          <ac:chgData name="Muhammad Mohsin" userId="df76b627-ce7c-4005-88dc-15e098f355fb" providerId="ADAL" clId="{3B62111D-8EFE-472B-9F97-00499F2BB5A4}" dt="2026-03-04T22:50:41.514" v="93"/>
          <ac:inkMkLst>
            <pc:docMk/>
            <pc:sldMk cId="1637217243" sldId="442"/>
            <ac:inkMk id="12" creationId="{D9AA1E93-DF89-3F13-1130-0A0B842F0B08}"/>
          </ac:inkMkLst>
        </pc:inkChg>
        <pc:inkChg chg="add del">
          <ac:chgData name="Muhammad Mohsin" userId="df76b627-ce7c-4005-88dc-15e098f355fb" providerId="ADAL" clId="{3B62111D-8EFE-472B-9F97-00499F2BB5A4}" dt="2026-03-04T22:50:40.602" v="92" actId="9405"/>
          <ac:inkMkLst>
            <pc:docMk/>
            <pc:sldMk cId="1637217243" sldId="442"/>
            <ac:inkMk id="13" creationId="{96E2E68A-0647-20C3-B607-67D1B1C38BD4}"/>
          </ac:inkMkLst>
        </pc:inkChg>
        <pc:inkChg chg="add del">
          <ac:chgData name="Muhammad Mohsin" userId="df76b627-ce7c-4005-88dc-15e098f355fb" providerId="ADAL" clId="{3B62111D-8EFE-472B-9F97-00499F2BB5A4}" dt="2026-03-04T22:50:51.439" v="97"/>
          <ac:inkMkLst>
            <pc:docMk/>
            <pc:sldMk cId="1637217243" sldId="442"/>
            <ac:inkMk id="14" creationId="{7B12F70A-C45F-723F-99EB-DAB5A43588F9}"/>
          </ac:inkMkLst>
        </pc:inkChg>
        <pc:inkChg chg="add mod">
          <ac:chgData name="Muhammad Mohsin" userId="df76b627-ce7c-4005-88dc-15e098f355fb" providerId="ADAL" clId="{3B62111D-8EFE-472B-9F97-00499F2BB5A4}" dt="2026-03-04T22:50:57.968" v="98"/>
          <ac:inkMkLst>
            <pc:docMk/>
            <pc:sldMk cId="1637217243" sldId="442"/>
            <ac:inkMk id="15" creationId="{7822269F-D010-E22D-8B55-046E808EDD0A}"/>
          </ac:inkMkLst>
        </pc:inkChg>
        <pc:inkChg chg="add del">
          <ac:chgData name="Muhammad Mohsin" userId="df76b627-ce7c-4005-88dc-15e098f355fb" providerId="ADAL" clId="{3B62111D-8EFE-472B-9F97-00499F2BB5A4}" dt="2026-03-04T22:51:02.276" v="100"/>
          <ac:inkMkLst>
            <pc:docMk/>
            <pc:sldMk cId="1637217243" sldId="442"/>
            <ac:inkMk id="16" creationId="{1F053BAB-D967-E70D-E0C6-D22A5EAEFC36}"/>
          </ac:inkMkLst>
        </pc:inkChg>
        <pc:inkChg chg="add mod">
          <ac:chgData name="Muhammad Mohsin" userId="df76b627-ce7c-4005-88dc-15e098f355fb" providerId="ADAL" clId="{3B62111D-8EFE-472B-9F97-00499F2BB5A4}" dt="2026-03-04T22:51:08.126" v="101"/>
          <ac:inkMkLst>
            <pc:docMk/>
            <pc:sldMk cId="1637217243" sldId="442"/>
            <ac:inkMk id="17" creationId="{4BC0CD89-DC98-0589-C1CE-73D100F85E94}"/>
          </ac:inkMkLst>
        </pc:inkChg>
        <pc:inkChg chg="add del">
          <ac:chgData name="Muhammad Mohsin" userId="df76b627-ce7c-4005-88dc-15e098f355fb" providerId="ADAL" clId="{3B62111D-8EFE-472B-9F97-00499F2BB5A4}" dt="2026-03-04T22:51:35.184" v="103"/>
          <ac:inkMkLst>
            <pc:docMk/>
            <pc:sldMk cId="1637217243" sldId="442"/>
            <ac:inkMk id="18" creationId="{C358451D-15F7-0FBE-F362-14E3059574A8}"/>
          </ac:inkMkLst>
        </pc:inkChg>
        <pc:inkChg chg="add mod">
          <ac:chgData name="Muhammad Mohsin" userId="df76b627-ce7c-4005-88dc-15e098f355fb" providerId="ADAL" clId="{3B62111D-8EFE-472B-9F97-00499F2BB5A4}" dt="2026-03-04T22:51:38.377" v="104"/>
          <ac:inkMkLst>
            <pc:docMk/>
            <pc:sldMk cId="1637217243" sldId="442"/>
            <ac:inkMk id="19" creationId="{89F44277-7844-5CAE-1EFF-CFBA4787FB68}"/>
          </ac:inkMkLst>
        </pc:inkChg>
        <pc:inkChg chg="add del">
          <ac:chgData name="Muhammad Mohsin" userId="df76b627-ce7c-4005-88dc-15e098f355fb" providerId="ADAL" clId="{3B62111D-8EFE-472B-9F97-00499F2BB5A4}" dt="2026-03-04T22:51:43.378" v="106"/>
          <ac:inkMkLst>
            <pc:docMk/>
            <pc:sldMk cId="1637217243" sldId="442"/>
            <ac:inkMk id="20" creationId="{6031C01E-0B65-2C40-6ED9-DD9AE9E20A5B}"/>
          </ac:inkMkLst>
        </pc:inkChg>
        <pc:inkChg chg="add mod">
          <ac:chgData name="Muhammad Mohsin" userId="df76b627-ce7c-4005-88dc-15e098f355fb" providerId="ADAL" clId="{3B62111D-8EFE-472B-9F97-00499F2BB5A4}" dt="2026-03-04T22:51:47.815" v="107"/>
          <ac:inkMkLst>
            <pc:docMk/>
            <pc:sldMk cId="1637217243" sldId="442"/>
            <ac:inkMk id="21" creationId="{8E1DAD8B-5417-014F-91B3-18334F08ADD8}"/>
          </ac:inkMkLst>
        </pc:inkChg>
        <pc:inkChg chg="add del">
          <ac:chgData name="Muhammad Mohsin" userId="df76b627-ce7c-4005-88dc-15e098f355fb" providerId="ADAL" clId="{3B62111D-8EFE-472B-9F97-00499F2BB5A4}" dt="2026-03-04T22:52:23.012" v="109" actId="9405"/>
          <ac:inkMkLst>
            <pc:docMk/>
            <pc:sldMk cId="1637217243" sldId="442"/>
            <ac:inkMk id="22" creationId="{B7DAB7B0-292A-43BB-69E6-2815523D0004}"/>
          </ac:inkMkLst>
        </pc:inkChg>
        <pc:inkChg chg="add del">
          <ac:chgData name="Muhammad Mohsin" userId="df76b627-ce7c-4005-88dc-15e098f355fb" providerId="ADAL" clId="{3B62111D-8EFE-472B-9F97-00499F2BB5A4}" dt="2026-03-04T22:52:27.201" v="111"/>
          <ac:inkMkLst>
            <pc:docMk/>
            <pc:sldMk cId="1637217243" sldId="442"/>
            <ac:inkMk id="23" creationId="{6788AB40-17BE-430A-0FDD-9C794C221679}"/>
          </ac:inkMkLst>
        </pc:inkChg>
        <pc:inkChg chg="add mod">
          <ac:chgData name="Muhammad Mohsin" userId="df76b627-ce7c-4005-88dc-15e098f355fb" providerId="ADAL" clId="{3B62111D-8EFE-472B-9F97-00499F2BB5A4}" dt="2026-03-04T22:52:32.485" v="112"/>
          <ac:inkMkLst>
            <pc:docMk/>
            <pc:sldMk cId="1637217243" sldId="442"/>
            <ac:inkMk id="24" creationId="{C64918B1-DFA8-2B79-4637-7C79B1E2D56B}"/>
          </ac:inkMkLst>
        </pc:inkChg>
        <pc:inkChg chg="add del">
          <ac:chgData name="Muhammad Mohsin" userId="df76b627-ce7c-4005-88dc-15e098f355fb" providerId="ADAL" clId="{3B62111D-8EFE-472B-9F97-00499F2BB5A4}" dt="2026-03-04T22:52:59.478" v="124" actId="9405"/>
          <ac:inkMkLst>
            <pc:docMk/>
            <pc:sldMk cId="1637217243" sldId="442"/>
            <ac:inkMk id="25" creationId="{AF0EF9CE-A737-60F6-05D4-F8D1DD8D46E0}"/>
          </ac:inkMkLst>
        </pc:inkChg>
        <pc:inkChg chg="add mod">
          <ac:chgData name="Muhammad Mohsin" userId="df76b627-ce7c-4005-88dc-15e098f355fb" providerId="ADAL" clId="{3B62111D-8EFE-472B-9F97-00499F2BB5A4}" dt="2026-03-04T22:52:57.629" v="122"/>
          <ac:inkMkLst>
            <pc:docMk/>
            <pc:sldMk cId="1637217243" sldId="442"/>
            <ac:inkMk id="26" creationId="{33A87FF4-040E-8504-3DA9-EAE7A4D4B852}"/>
          </ac:inkMkLst>
        </pc:inkChg>
        <pc:inkChg chg="add del mod">
          <ac:chgData name="Muhammad Mohsin" userId="df76b627-ce7c-4005-88dc-15e098f355fb" providerId="ADAL" clId="{3B62111D-8EFE-472B-9F97-00499F2BB5A4}" dt="2026-03-04T22:52:56.681" v="121" actId="9405"/>
          <ac:inkMkLst>
            <pc:docMk/>
            <pc:sldMk cId="1637217243" sldId="442"/>
            <ac:inkMk id="27" creationId="{3AB82779-6A63-BDDF-2C77-8763E05D4735}"/>
          </ac:inkMkLst>
        </pc:inkChg>
        <pc:inkChg chg="add del mod">
          <ac:chgData name="Muhammad Mohsin" userId="df76b627-ce7c-4005-88dc-15e098f355fb" providerId="ADAL" clId="{3B62111D-8EFE-472B-9F97-00499F2BB5A4}" dt="2026-03-04T22:52:56.205" v="120"/>
          <ac:inkMkLst>
            <pc:docMk/>
            <pc:sldMk cId="1637217243" sldId="442"/>
            <ac:inkMk id="28" creationId="{53DC99D1-2EA8-290F-CCA7-5D12789C3FB2}"/>
          </ac:inkMkLst>
        </pc:inkChg>
      </pc:sldChg>
      <pc:sldChg chg="modSp add mod">
        <pc:chgData name="Muhammad Mohsin" userId="df76b627-ce7c-4005-88dc-15e098f355fb" providerId="ADAL" clId="{3B62111D-8EFE-472B-9F97-00499F2BB5A4}" dt="2026-03-05T08:33:43.338" v="617" actId="20577"/>
        <pc:sldMkLst>
          <pc:docMk/>
          <pc:sldMk cId="2400381740" sldId="443"/>
        </pc:sldMkLst>
        <pc:spChg chg="mod">
          <ac:chgData name="Muhammad Mohsin" userId="df76b627-ce7c-4005-88dc-15e098f355fb" providerId="ADAL" clId="{3B62111D-8EFE-472B-9F97-00499F2BB5A4}" dt="2026-03-05T08:33:43.338" v="617" actId="20577"/>
          <ac:spMkLst>
            <pc:docMk/>
            <pc:sldMk cId="2400381740" sldId="443"/>
            <ac:spMk id="2" creationId="{0E328C67-855A-88D3-B23B-6B55B589FD68}"/>
          </ac:spMkLst>
        </pc:spChg>
      </pc:sldChg>
      <pc:sldChg chg="addSp delSp modSp add del mod">
        <pc:chgData name="Muhammad Mohsin" userId="df76b627-ce7c-4005-88dc-15e098f355fb" providerId="ADAL" clId="{3B62111D-8EFE-472B-9F97-00499F2BB5A4}" dt="2026-03-04T23:27:26.481" v="329" actId="2696"/>
        <pc:sldMkLst>
          <pc:docMk/>
          <pc:sldMk cId="343200274" sldId="444"/>
        </pc:sldMkLst>
        <pc:spChg chg="mod">
          <ac:chgData name="Muhammad Mohsin" userId="df76b627-ce7c-4005-88dc-15e098f355fb" providerId="ADAL" clId="{3B62111D-8EFE-472B-9F97-00499F2BB5A4}" dt="2026-03-04T23:22:56.028" v="266" actId="20577"/>
          <ac:spMkLst>
            <pc:docMk/>
            <pc:sldMk cId="343200274" sldId="444"/>
            <ac:spMk id="2" creationId="{5011D3FE-6C8C-7761-1D7E-447FE14F97D2}"/>
          </ac:spMkLst>
        </pc:spChg>
        <pc:spChg chg="del mod">
          <ac:chgData name="Muhammad Mohsin" userId="df76b627-ce7c-4005-88dc-15e098f355fb" providerId="ADAL" clId="{3B62111D-8EFE-472B-9F97-00499F2BB5A4}" dt="2026-03-04T23:23:27.840" v="301" actId="478"/>
          <ac:spMkLst>
            <pc:docMk/>
            <pc:sldMk cId="343200274" sldId="444"/>
            <ac:spMk id="3" creationId="{73F7D100-7FA9-F688-C8E5-F80681306AE9}"/>
          </ac:spMkLst>
        </pc:spChg>
        <pc:spChg chg="add del mod">
          <ac:chgData name="Muhammad Mohsin" userId="df76b627-ce7c-4005-88dc-15e098f355fb" providerId="ADAL" clId="{3B62111D-8EFE-472B-9F97-00499F2BB5A4}" dt="2026-03-04T23:25:53.934" v="302" actId="478"/>
          <ac:spMkLst>
            <pc:docMk/>
            <pc:sldMk cId="343200274" sldId="444"/>
            <ac:spMk id="5" creationId="{4093E178-B8F0-E4E2-2F5F-C2EE302CF0D8}"/>
          </ac:spMkLst>
        </pc:spChg>
        <pc:picChg chg="add">
          <ac:chgData name="Muhammad Mohsin" userId="df76b627-ce7c-4005-88dc-15e098f355fb" providerId="ADAL" clId="{3B62111D-8EFE-472B-9F97-00499F2BB5A4}" dt="2026-03-04T23:25:54.936" v="303" actId="22"/>
          <ac:picMkLst>
            <pc:docMk/>
            <pc:sldMk cId="343200274" sldId="444"/>
            <ac:picMk id="7" creationId="{98D96451-6BA5-0ABE-7FDC-848515A4B162}"/>
          </ac:picMkLst>
        </pc:picChg>
      </pc:sldChg>
      <pc:sldChg chg="addSp modSp add mod">
        <pc:chgData name="Muhammad Mohsin" userId="df76b627-ce7c-4005-88dc-15e098f355fb" providerId="ADAL" clId="{3B62111D-8EFE-472B-9F97-00499F2BB5A4}" dt="2026-03-05T08:40:43.015" v="644" actId="20577"/>
        <pc:sldMkLst>
          <pc:docMk/>
          <pc:sldMk cId="4035326461" sldId="444"/>
        </pc:sldMkLst>
        <pc:spChg chg="mod">
          <ac:chgData name="Muhammad Mohsin" userId="df76b627-ce7c-4005-88dc-15e098f355fb" providerId="ADAL" clId="{3B62111D-8EFE-472B-9F97-00499F2BB5A4}" dt="2026-03-05T08:40:43.015" v="644" actId="20577"/>
          <ac:spMkLst>
            <pc:docMk/>
            <pc:sldMk cId="4035326461" sldId="444"/>
            <ac:spMk id="2" creationId="{60301CEF-1DFA-D272-3466-6072A8EB161D}"/>
          </ac:spMkLst>
        </pc:spChg>
        <pc:spChg chg="mod">
          <ac:chgData name="Muhammad Mohsin" userId="df76b627-ce7c-4005-88dc-15e098f355fb" providerId="ADAL" clId="{3B62111D-8EFE-472B-9F97-00499F2BB5A4}" dt="2026-03-05T08:40:30.891" v="643" actId="20577"/>
          <ac:spMkLst>
            <pc:docMk/>
            <pc:sldMk cId="4035326461" sldId="444"/>
            <ac:spMk id="3" creationId="{CDD5C3D3-D847-D88C-F186-802664C2A674}"/>
          </ac:spMkLst>
        </pc:spChg>
        <pc:picChg chg="add mod">
          <ac:chgData name="Muhammad Mohsin" userId="df76b627-ce7c-4005-88dc-15e098f355fb" providerId="ADAL" clId="{3B62111D-8EFE-472B-9F97-00499F2BB5A4}" dt="2026-03-04T23:34:45.294" v="346" actId="1076"/>
          <ac:picMkLst>
            <pc:docMk/>
            <pc:sldMk cId="4035326461" sldId="444"/>
            <ac:picMk id="2050" creationId="{5F608FC7-600D-4084-929E-74580D822ABC}"/>
          </ac:picMkLst>
        </pc:picChg>
      </pc:sldChg>
      <pc:sldChg chg="addSp delSp modSp add mod modNotesTx">
        <pc:chgData name="Muhammad Mohsin" userId="df76b627-ce7c-4005-88dc-15e098f355fb" providerId="ADAL" clId="{3B62111D-8EFE-472B-9F97-00499F2BB5A4}" dt="2026-03-05T09:19:33.983" v="660" actId="20577"/>
        <pc:sldMkLst>
          <pc:docMk/>
          <pc:sldMk cId="2083629817" sldId="445"/>
        </pc:sldMkLst>
        <pc:spChg chg="mod">
          <ac:chgData name="Muhammad Mohsin" userId="df76b627-ce7c-4005-88dc-15e098f355fb" providerId="ADAL" clId="{3B62111D-8EFE-472B-9F97-00499F2BB5A4}" dt="2026-03-05T08:33:36.785" v="615" actId="20577"/>
          <ac:spMkLst>
            <pc:docMk/>
            <pc:sldMk cId="2083629817" sldId="445"/>
            <ac:spMk id="2" creationId="{3DF84E1A-8FBD-4828-29EF-3B6218C33F77}"/>
          </ac:spMkLst>
        </pc:spChg>
        <pc:spChg chg="mod">
          <ac:chgData name="Muhammad Mohsin" userId="df76b627-ce7c-4005-88dc-15e098f355fb" providerId="ADAL" clId="{3B62111D-8EFE-472B-9F97-00499F2BB5A4}" dt="2026-03-04T23:39:53.767" v="353" actId="20577"/>
          <ac:spMkLst>
            <pc:docMk/>
            <pc:sldMk cId="2083629817" sldId="445"/>
            <ac:spMk id="3" creationId="{4359117C-521F-01E0-DAA8-98324E84AF6F}"/>
          </ac:spMkLst>
        </pc:spChg>
        <pc:picChg chg="del">
          <ac:chgData name="Muhammad Mohsin" userId="df76b627-ce7c-4005-88dc-15e098f355fb" providerId="ADAL" clId="{3B62111D-8EFE-472B-9F97-00499F2BB5A4}" dt="2026-03-04T23:40:09.500" v="354" actId="478"/>
          <ac:picMkLst>
            <pc:docMk/>
            <pc:sldMk cId="2083629817" sldId="445"/>
            <ac:picMk id="2050" creationId="{0B7DABBD-FF3C-A475-F9C0-9A3D7FEA6C4C}"/>
          </ac:picMkLst>
        </pc:picChg>
        <pc:picChg chg="add mod">
          <ac:chgData name="Muhammad Mohsin" userId="df76b627-ce7c-4005-88dc-15e098f355fb" providerId="ADAL" clId="{3B62111D-8EFE-472B-9F97-00499F2BB5A4}" dt="2026-03-05T08:28:41.348" v="456" actId="1076"/>
          <ac:picMkLst>
            <pc:docMk/>
            <pc:sldMk cId="2083629817" sldId="445"/>
            <ac:picMk id="3074" creationId="{5B7C08F8-1433-8D95-E658-8FFFE1437077}"/>
          </ac:picMkLst>
        </pc:picChg>
        <pc:inkChg chg="add del">
          <ac:chgData name="Muhammad Mohsin" userId="df76b627-ce7c-4005-88dc-15e098f355fb" providerId="ADAL" clId="{3B62111D-8EFE-472B-9F97-00499F2BB5A4}" dt="2026-03-04T23:41:27.700" v="362" actId="9405"/>
          <ac:inkMkLst>
            <pc:docMk/>
            <pc:sldMk cId="2083629817" sldId="445"/>
            <ac:inkMk id="4" creationId="{87A66212-6590-159C-3B65-B126F8A098DD}"/>
          </ac:inkMkLst>
        </pc:inkChg>
      </pc:sldChg>
    </pc:docChg>
  </pc:docChgLst>
  <pc:docChgLst>
    <pc:chgData name="Muhammad Mohsin" userId="S::muhammad.mohsin@edu.unige.it::df76b627-ce7c-4005-88dc-15e098f355fb" providerId="AD" clId="Web-{16F9C96F-9F80-5BDC-8494-49C17A6A03D6}"/>
    <pc:docChg chg="modSld">
      <pc:chgData name="Muhammad Mohsin" userId="S::muhammad.mohsin@edu.unige.it::df76b627-ce7c-4005-88dc-15e098f355fb" providerId="AD" clId="Web-{16F9C96F-9F80-5BDC-8494-49C17A6A03D6}" dt="2026-03-04T13:50:38.446" v="8" actId="20577"/>
      <pc:docMkLst>
        <pc:docMk/>
      </pc:docMkLst>
      <pc:sldChg chg="modSp">
        <pc:chgData name="Muhammad Mohsin" userId="S::muhammad.mohsin@edu.unige.it::df76b627-ce7c-4005-88dc-15e098f355fb" providerId="AD" clId="Web-{16F9C96F-9F80-5BDC-8494-49C17A6A03D6}" dt="2026-03-04T13:50:38.446" v="8" actId="20577"/>
        <pc:sldMkLst>
          <pc:docMk/>
          <pc:sldMk cId="2818482663" sldId="256"/>
        </pc:sldMkLst>
        <pc:spChg chg="mod">
          <ac:chgData name="Muhammad Mohsin" userId="S::muhammad.mohsin@edu.unige.it::df76b627-ce7c-4005-88dc-15e098f355fb" providerId="AD" clId="Web-{16F9C96F-9F80-5BDC-8494-49C17A6A03D6}" dt="2026-03-04T13:50:38.446" v="8" actId="20577"/>
          <ac:spMkLst>
            <pc:docMk/>
            <pc:sldMk cId="2818482663" sldId="256"/>
            <ac:spMk id="3" creationId="{305C8C55-FA11-A041-9D33-F4E3D0C999C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22:50:51.4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0,'16014'0'0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22:51:02.2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0,'18709'0'0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22:51:35.1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12392 79 0,'-12391'0'0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22:51:43.3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13011 25 0,'-13011'0'0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22:52:27.2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15675 24 0,'-15675'0'0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0FCA9-0CFE-42A3-A366-AC257B7FB5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E42C0-23EF-43A4-A898-463C1845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5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14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will do some simple exercises on using the computer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88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17AF5-75CF-E67E-2DBE-597115F3F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4B955-23DF-D5EF-9481-052202A42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E6093-7A71-CAB3-82CA-F384CA55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AF611-F1F5-91F1-70DA-C9E63DA05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65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036AC-B9CD-BED4-4B08-D6636B3D5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CE0D9-2FCF-3A15-BCC3-E00F969BD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44389-DD06-B8FF-B471-F351D67CD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7C299-8D62-4ADC-4213-D351DA73D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9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// Function to calculate the sum of array elements</a:t>
            </a:r>
          </a:p>
          <a:p>
            <a:r>
              <a:rPr lang="en-US" dirty="0"/>
              <a:t>int sum(int </a:t>
            </a:r>
            <a:r>
              <a:rPr lang="en-US" dirty="0" err="1"/>
              <a:t>arr</a:t>
            </a:r>
            <a:r>
              <a:rPr lang="en-US" dirty="0"/>
              <a:t>[], int size) {</a:t>
            </a:r>
          </a:p>
          <a:p>
            <a:r>
              <a:rPr lang="en-US" dirty="0"/>
              <a:t>    int total = 0;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total +=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total;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Function to print the array in the specified format</a:t>
            </a:r>
          </a:p>
          <a:p>
            <a:r>
              <a:rPr lang="en-US" dirty="0"/>
              <a:t>void print(int </a:t>
            </a:r>
            <a:r>
              <a:rPr lang="en-US" dirty="0" err="1"/>
              <a:t>arr</a:t>
            </a:r>
            <a:r>
              <a:rPr lang="en-US" dirty="0"/>
              <a:t>[], int size) {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"{";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if (</a:t>
            </a:r>
            <a:r>
              <a:rPr lang="en-US" dirty="0" err="1"/>
              <a:t>i</a:t>
            </a:r>
            <a:r>
              <a:rPr lang="en-US" dirty="0"/>
              <a:t> &lt; size - 1) {</a:t>
            </a:r>
          </a:p>
          <a:p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",";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"}"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size;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Ask user for the number of elements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"How many elements does the array have?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size;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Create array with the specified size</a:t>
            </a:r>
          </a:p>
          <a:p>
            <a:r>
              <a:rPr lang="en-US" dirty="0"/>
              <a:t>    int </a:t>
            </a:r>
            <a:r>
              <a:rPr lang="en-US" dirty="0" err="1"/>
              <a:t>arr</a:t>
            </a:r>
            <a:r>
              <a:rPr lang="en-US" dirty="0"/>
              <a:t>[size];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Ask user to enter the elements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" &lt;&lt; size &lt;&lt; " elements: 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cin</a:t>
            </a:r>
            <a:r>
              <a:rPr lang="en-US" dirty="0"/>
              <a:t> &gt;&gt;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Print the array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"Array: ";</a:t>
            </a:r>
          </a:p>
          <a:p>
            <a:r>
              <a:rPr lang="en-US" dirty="0"/>
              <a:t>    print(</a:t>
            </a:r>
            <a:r>
              <a:rPr lang="en-US" dirty="0" err="1"/>
              <a:t>arr</a:t>
            </a:r>
            <a:r>
              <a:rPr lang="en-US" dirty="0"/>
              <a:t>, size);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Calculate and display the sum</a:t>
            </a:r>
          </a:p>
          <a:p>
            <a:r>
              <a:rPr lang="en-US" dirty="0"/>
              <a:t>    int total = sum(</a:t>
            </a:r>
            <a:r>
              <a:rPr lang="en-US" dirty="0" err="1"/>
              <a:t>arr</a:t>
            </a:r>
            <a:r>
              <a:rPr lang="en-US" dirty="0"/>
              <a:t>, size);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"Sum of array elements: " &lt;&lt; total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87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&lt;iostream&gt;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namespace std;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count occurrences of a target number in an array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countOccurrences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[], int size, int target)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count =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 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size;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== target)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count++;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count;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print the array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printArray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[], int size)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"[";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 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size;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size - 1)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",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"]"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main()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size;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Get array size from user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the number of elements in the array: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size;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Create array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[size];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Get array elements from user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" &lt;&lt; size &lt;&lt; " integers: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 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size;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Display the array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"Array: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printArray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size);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Get the number to search for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target;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the number to count occurrences of: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target;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Count occurrences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occurrences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countOccurrences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size, target);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Display result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"The number " &lt;&lt; target &lt;&lt; " appears " &lt;&lt; occurrences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&lt;&lt; " time" &lt;&lt; (occurrences != 1 ? "s" : "") &lt;&lt; " in the array."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13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#include&lt;iostream&gt;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namespace std;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find the most occurred number(s) in the array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most_occurred_number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[], int size)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if (size == 0)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nArray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empty!"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return;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First pass: find maximum occurrence count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 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size;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int count = 1;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// Count occurrences of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for (int j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+ 1; j &lt; size;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j++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[j])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count++;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if (count &gt;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count;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Second pass: output numbers with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occurrences (without duplicates)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"\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nMost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occurred number";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Check if there are multiple numbers with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max_count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multiple_count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 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size;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// Check if this number should be printed (first occurrence only)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bool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already_printed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false;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for (int k = 0; k 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k++)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[k] ==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already_printed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true;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break;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if (!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already_printed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int count = 1;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for (int j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+ 1; j &lt; size;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j++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[j])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   count++;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if (count ==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multiple_count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multiple_count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1)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"s";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Actually print the numbers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bool first = true;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 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size;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// Check if this number should be printed (first occurrence only)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bool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already_printed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false;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for (int k = 0; k 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k++)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[k] ==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already_printed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true;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break;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if (!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already_printed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int count = 1;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for (int j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+ 1; j &lt; size;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j++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[j])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   count++;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if (count ==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if (!first)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",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first = false;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 (appears 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 time";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max_count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1)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"s";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")"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main()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 = {4, 5, 9, 12, 9, 22, 45, 7};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n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sizeof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/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sizeof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[0]);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"Original array: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 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n;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&lt;&lt; "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most_occurred_number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12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&lt;iostream&gt;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namespace std;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search for an element in the array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searchElement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[], int size, int target)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 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size;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== target)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return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// Element found, return index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-1; // Element not found, return -1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main()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size, target;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Input array size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the size of the array: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size;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[size];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Input array elements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the elements of the array:"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 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size;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Input target element to search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the element to search for: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target;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Call the search function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result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searchElement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size, target);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Display the result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if (result != -1)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"Element " &lt;&lt; target &lt;&lt; " found at index " &lt;&lt; result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 else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"Element not found."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72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// Function to search for an element in the array</a:t>
            </a:r>
          </a:p>
          <a:p>
            <a:r>
              <a:rPr lang="en-US" dirty="0"/>
              <a:t>int searchElement(int </a:t>
            </a:r>
            <a:r>
              <a:rPr lang="en-US" dirty="0" err="1"/>
              <a:t>arr</a:t>
            </a:r>
            <a:r>
              <a:rPr lang="en-US" dirty="0"/>
              <a:t>[], int size, int target) {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if 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== target) {</a:t>
            </a:r>
          </a:p>
          <a:p>
            <a:r>
              <a:rPr lang="en-US" dirty="0"/>
              <a:t>            return </a:t>
            </a:r>
            <a:r>
              <a:rPr lang="en-US" dirty="0" err="1"/>
              <a:t>i</a:t>
            </a:r>
            <a:r>
              <a:rPr lang="en-US" dirty="0"/>
              <a:t>; // Element found, return index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-1; // Element not found, return -1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size, target;</a:t>
            </a:r>
          </a:p>
          <a:p>
            <a:endParaRPr lang="en-US" dirty="0"/>
          </a:p>
          <a:p>
            <a:r>
              <a:rPr lang="en-US" dirty="0"/>
              <a:t>    // Input array size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the size of the array: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size;</a:t>
            </a:r>
          </a:p>
          <a:p>
            <a:endParaRPr lang="en-US" dirty="0"/>
          </a:p>
          <a:p>
            <a:r>
              <a:rPr lang="en-US" dirty="0"/>
              <a:t>    int </a:t>
            </a:r>
            <a:r>
              <a:rPr lang="en-US" dirty="0" err="1"/>
              <a:t>arr</a:t>
            </a:r>
            <a:r>
              <a:rPr lang="en-US" dirty="0"/>
              <a:t>[size];</a:t>
            </a:r>
          </a:p>
          <a:p>
            <a:endParaRPr lang="en-US" dirty="0"/>
          </a:p>
          <a:p>
            <a:r>
              <a:rPr lang="en-US" dirty="0"/>
              <a:t>    // Input array elements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the elements of the array:"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cin</a:t>
            </a:r>
            <a:r>
              <a:rPr lang="en-US" dirty="0"/>
              <a:t> &gt;&gt;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Input target element to search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the element to search for: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target;</a:t>
            </a:r>
          </a:p>
          <a:p>
            <a:endParaRPr lang="en-US" dirty="0"/>
          </a:p>
          <a:p>
            <a:r>
              <a:rPr lang="en-US" dirty="0"/>
              <a:t>    // Call the search function</a:t>
            </a:r>
          </a:p>
          <a:p>
            <a:r>
              <a:rPr lang="en-US" dirty="0"/>
              <a:t>    int result = searchElement(</a:t>
            </a:r>
            <a:r>
              <a:rPr lang="en-US" dirty="0" err="1"/>
              <a:t>arr</a:t>
            </a:r>
            <a:r>
              <a:rPr lang="en-US" dirty="0"/>
              <a:t>, size, target);</a:t>
            </a:r>
          </a:p>
          <a:p>
            <a:endParaRPr lang="en-US" dirty="0"/>
          </a:p>
          <a:p>
            <a:r>
              <a:rPr lang="en-US" dirty="0"/>
              <a:t>    // Display the result</a:t>
            </a:r>
          </a:p>
          <a:p>
            <a:r>
              <a:rPr lang="en-US" dirty="0"/>
              <a:t>    if (result != -1)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"Element " &lt;&lt; target &lt;&lt; " found at index " &lt;&lt; result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 else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"Element not found."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64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#include&lt;iostream&gt;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namespace std;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perform Selection Sort (sorts in ascending order)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selectionSort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[], int size)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 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size - 1;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// Find the minimum element in unsorted portion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minIndex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for (int j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+ 1; j &lt; size;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j++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[j] 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minIndex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minIndex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j;  // Update index of minimum element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// Swap the found minimum element with the first element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minIndex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!=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int temp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minIndex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minIndex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 = temp;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Function to print array elements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printArray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[], int size)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"[";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 (int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size;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if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size - 1)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",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"]"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main()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Test array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 = {64, 25, 12, 22, 11};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size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sizeof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/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sizeof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[0]);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"Original array: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printArray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size);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selectionSort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size);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"Sorted array: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printArray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size);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68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https://www.geeksforgeeks.org/selection-sort-algorithm-2/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30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00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84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#define MAX 5 // Maximum size of the stack</a:t>
            </a:r>
          </a:p>
          <a:p>
            <a:endParaRPr lang="en-US" dirty="0"/>
          </a:p>
          <a:p>
            <a:r>
              <a:rPr lang="en-US" dirty="0"/>
              <a:t>// Global stack array and top pointer</a:t>
            </a:r>
          </a:p>
          <a:p>
            <a:r>
              <a:rPr lang="en-US" dirty="0"/>
              <a:t>int stack[MAX];</a:t>
            </a:r>
          </a:p>
          <a:p>
            <a:r>
              <a:rPr lang="en-US" dirty="0"/>
              <a:t>int top = -1;</a:t>
            </a:r>
          </a:p>
          <a:p>
            <a:endParaRPr lang="en-US" dirty="0"/>
          </a:p>
          <a:p>
            <a:r>
              <a:rPr lang="en-US" dirty="0"/>
              <a:t>// Function to push an element onto the stack</a:t>
            </a:r>
          </a:p>
          <a:p>
            <a:r>
              <a:rPr lang="en-US" dirty="0"/>
              <a:t>void push(int value) {</a:t>
            </a:r>
          </a:p>
          <a:p>
            <a:r>
              <a:rPr lang="en-US" dirty="0"/>
              <a:t>    if (top == MAX - 1)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"Stack is full. Cannot push " &lt;&lt; value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 else {</a:t>
            </a:r>
          </a:p>
          <a:p>
            <a:r>
              <a:rPr lang="en-US" dirty="0"/>
              <a:t>        stack[++top] = value;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value &lt;&lt; " pushed to stack"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Function to pop an element from the stack</a:t>
            </a:r>
          </a:p>
          <a:p>
            <a:r>
              <a:rPr lang="en-US" dirty="0"/>
              <a:t>void pop() {</a:t>
            </a:r>
          </a:p>
          <a:p>
            <a:r>
              <a:rPr lang="en-US" dirty="0"/>
              <a:t>    if (top == -1)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"Stack is empty. Cannot pop."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 else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stack[top--] &lt;&lt; " popped from stack"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Function to peek at the top element of the stack</a:t>
            </a:r>
          </a:p>
          <a:p>
            <a:r>
              <a:rPr lang="en-US" dirty="0"/>
              <a:t>int peek() {</a:t>
            </a:r>
          </a:p>
          <a:p>
            <a:r>
              <a:rPr lang="en-US" dirty="0"/>
              <a:t>    if (top == -1)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"Stack is empty."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    return -1; // Return an invalid value to indicate empty stack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stack[top];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Function to check if the stack is empty</a:t>
            </a:r>
          </a:p>
          <a:p>
            <a:r>
              <a:rPr lang="en-US" dirty="0"/>
              <a:t>bool </a:t>
            </a:r>
            <a:r>
              <a:rPr lang="en-US" dirty="0" err="1"/>
              <a:t>isEmpty</a:t>
            </a:r>
            <a:r>
              <a:rPr lang="en-US" dirty="0"/>
              <a:t>() {</a:t>
            </a:r>
          </a:p>
          <a:p>
            <a:r>
              <a:rPr lang="en-US" dirty="0"/>
              <a:t>    return top == -1;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Function to check if the stack is full</a:t>
            </a:r>
          </a:p>
          <a:p>
            <a:r>
              <a:rPr lang="en-US" dirty="0"/>
              <a:t>bool </a:t>
            </a:r>
            <a:r>
              <a:rPr lang="en-US" dirty="0" err="1"/>
              <a:t>isFull</a:t>
            </a:r>
            <a:r>
              <a:rPr lang="en-US" dirty="0"/>
              <a:t>() {</a:t>
            </a:r>
          </a:p>
          <a:p>
            <a:r>
              <a:rPr lang="en-US" dirty="0"/>
              <a:t>    return top == MAX - 1;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Function to get the current size of the stack</a:t>
            </a:r>
          </a:p>
          <a:p>
            <a:r>
              <a:rPr lang="en-US" dirty="0"/>
              <a:t>int size() {</a:t>
            </a:r>
          </a:p>
          <a:p>
            <a:r>
              <a:rPr lang="en-US" dirty="0"/>
              <a:t>    return top + 1;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push(10); // Push 10</a:t>
            </a:r>
          </a:p>
          <a:p>
            <a:r>
              <a:rPr lang="en-US" dirty="0"/>
              <a:t>    push(20); // Push 20</a:t>
            </a:r>
          </a:p>
          <a:p>
            <a:r>
              <a:rPr lang="en-US" dirty="0"/>
              <a:t>    push(30); // Push 30</a:t>
            </a:r>
          </a:p>
          <a:p>
            <a:r>
              <a:rPr lang="en-US" dirty="0"/>
              <a:t>    push(40); // Push 40</a:t>
            </a:r>
          </a:p>
          <a:p>
            <a:r>
              <a:rPr lang="en-US" dirty="0"/>
              <a:t>    push(50); // Push 50</a:t>
            </a:r>
          </a:p>
          <a:p>
            <a:endParaRPr lang="en-US" dirty="0"/>
          </a:p>
          <a:p>
            <a:r>
              <a:rPr lang="en-US" dirty="0"/>
              <a:t>    // Attempt to push when the stack is full</a:t>
            </a:r>
          </a:p>
          <a:p>
            <a:r>
              <a:rPr lang="en-US" dirty="0"/>
              <a:t>    push(60); // This should show an error message</a:t>
            </a:r>
          </a:p>
          <a:p>
            <a:endParaRPr lang="en-US" dirty="0"/>
          </a:p>
          <a:p>
            <a:r>
              <a:rPr lang="en-US" dirty="0"/>
              <a:t>    // Peek at the top element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"Top element is: " &lt;&lt; peek()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pop(); // Pop top element</a:t>
            </a:r>
          </a:p>
          <a:p>
            <a:r>
              <a:rPr lang="en-US" dirty="0"/>
              <a:t>    pop(); // Pop next element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"Top element after pops: " &lt;&lt; peek()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"Stack size: " &lt;&lt; size()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Check if the stack is empty</a:t>
            </a:r>
          </a:p>
          <a:p>
            <a:r>
              <a:rPr lang="en-US" dirty="0"/>
              <a:t>    if (</a:t>
            </a:r>
            <a:r>
              <a:rPr lang="en-US" dirty="0" err="1"/>
              <a:t>isEmpty</a:t>
            </a:r>
            <a:r>
              <a:rPr lang="en-US" dirty="0"/>
              <a:t>())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"Stack is empty."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 else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"Stack is not empty."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Check if the stack is full</a:t>
            </a:r>
          </a:p>
          <a:p>
            <a:r>
              <a:rPr lang="en-US" dirty="0"/>
              <a:t>    if (</a:t>
            </a:r>
            <a:r>
              <a:rPr lang="en-US" dirty="0" err="1"/>
              <a:t>isFull</a:t>
            </a:r>
            <a:r>
              <a:rPr lang="en-US" dirty="0"/>
              <a:t>())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"Stack is full."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 else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"Stack is not full."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86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6F42-0DF6-7F41-A35A-FAD2F3A30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5118C-DCD0-D744-9617-01D2A9E5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B4BA3-0746-D94F-BB7F-870DDBE0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7CEF8-1452-9D41-8466-5951F62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786E8-A2DB-B848-B3C9-CA97BCB6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6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DD6-1992-9043-B714-E15FE04C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DF830-82BD-4940-B114-F3475445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A5361-471F-A044-BEBB-8CBAA6C2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41ED1-C88D-EA4F-B978-BEE093B0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52ADA-09B0-AE4B-879E-F1FD87E5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0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DA8A-9BBE-7A41-8D36-6E3401F2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CE368-6C1C-1F4F-9A0B-A5211067B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D650C-963B-584D-B3F5-6E4FF673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31A2-10DA-A141-871E-943A4417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2FE58-E0ED-DF46-B00E-0ABB4AD9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5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F230-8CA3-FD41-BC35-F16072A5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A3F09-FA53-FF4B-88EA-8333733C3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783F1-26D1-5D40-9A12-02E2C1C4A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D1E2F-4257-FD4D-B3D9-E47CF61C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070D5-3DBC-E74F-B653-0BC01C07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EBBD4-8056-8844-B52B-D89E3704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2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9CCB-7DD4-1D41-A06D-D073F312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203ED-564C-1841-9E27-C469AF24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CAE46-1764-FF4C-B795-77329DDD7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93BB7-AA0B-AE45-BC43-01AA5988F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500C5-FF8D-4A4F-960F-F0BD75438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D551B-73C4-A24B-BA74-6E6C59FE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AA90F-D25B-804A-8992-DAD4A2CC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15D27C-2D4C-1D47-BC1A-769018F6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4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D391-3397-354D-B03E-D12F1FC1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002E7-CCA7-D843-905A-9AEB8305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2A30A-0D9D-664D-87CF-2DED1BF3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1BF79-1370-1B43-BD9F-350EC461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0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6B272-B2C5-5C44-A9FF-6C3AFEBA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27FDC-6F8C-154B-903B-628A43EE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72E17-64B7-BF46-B1C6-65BB18EB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7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BB1C-2678-AA48-9EAF-24F13FE7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7CEB6-1BB9-4A49-ACB0-B294E051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F701C-7C31-464D-92EA-6D3B097A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03C05-0FAD-C248-BE05-6ADFB2AC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B1321-CA8B-DA4A-9699-565D0453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FAA9E-5516-8F4A-89E3-0BA6CCA9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1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98A0-2D96-C042-AE94-1F461E90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8718D-8B02-6E43-A518-6B8E6AC9E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7EA38-47E1-F74D-BEDD-93FF5F975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EDC4A-53DF-9B41-9417-85A9978E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F50B7-038B-4C40-AE33-C462DAA2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76079-A2A4-7D43-8D24-D4072D56B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CDF9-17F4-B740-85D3-83C240BF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6216F-7B04-2D44-9728-4FFEAC9C2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5E589-A29C-9240-9B7B-DA5B4AA6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6D8C-BDEF-0A42-9921-042BECC4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049FE-9981-EA40-B956-84F8C87C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6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27DB6D-2F93-BB4A-A984-14FA758FB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0E791-A971-0648-A185-CAE72D3D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20141-DA3E-4D42-91F1-761296C42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5213-671C-2342-9274-72F87196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D649-B5F0-954A-B270-A9E372A2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7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02454-00F4-AD46-96E3-90C0EA9F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C4A82-1295-4445-851D-A797684F2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DC530-920B-6043-ACBC-31CFEDE86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96451-C226-B344-86F8-72EFF8FC2CF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86808-1B08-7F46-B091-2263B0972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F617-8746-4F49-9226-590B5586C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3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5.xml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3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D876-732D-0240-A8A5-4C20AE8DB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66013"/>
            <a:ext cx="9144000" cy="177935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Introduction to Computer Science and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8C55-FA11-A041-9D33-F4E3D0C99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4738"/>
            <a:ext cx="9144000" cy="23923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3200" b="1" dirty="0"/>
              <a:t>Labo 12 – C++ Arrays (and Functions)</a:t>
            </a:r>
          </a:p>
          <a:p>
            <a:r>
              <a:rPr lang="en-US" sz="2800" dirty="0"/>
              <a:t>Laboratory 12, March 5, 2026</a:t>
            </a:r>
          </a:p>
          <a:p>
            <a:endParaRPr lang="en-US" sz="2800" dirty="0"/>
          </a:p>
          <a:p>
            <a:r>
              <a:rPr lang="en-US" sz="2800" b="1" dirty="0"/>
              <a:t>Filippo Ricca and Muhammad Mohsin</a:t>
            </a:r>
            <a:r>
              <a:rPr lang="it-IT" sz="2000" dirty="0"/>
              <a:t> </a:t>
            </a:r>
            <a:endParaRPr lang="en-US" sz="2800" b="1" dirty="0"/>
          </a:p>
          <a:p>
            <a:r>
              <a:rPr lang="en-US" sz="2800" b="1" dirty="0">
                <a:solidFill>
                  <a:srgbClr val="C00000"/>
                </a:solidFill>
              </a:rPr>
              <a:t>DIBRIS, University of Genova</a:t>
            </a:r>
          </a:p>
        </p:txBody>
      </p:sp>
    </p:spTree>
    <p:extLst>
      <p:ext uri="{BB962C8B-B14F-4D97-AF65-F5344CB8AC3E}">
        <p14:creationId xmlns:p14="http://schemas.microsoft.com/office/powerpoint/2010/main" val="281848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589" y="1596982"/>
            <a:ext cx="10779211" cy="526101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Today's lab is dedicated to </a:t>
            </a:r>
            <a:r>
              <a:rPr lang="en-US" b="1" dirty="0">
                <a:solidFill>
                  <a:srgbClr val="FF0000"/>
                </a:solidFill>
              </a:rPr>
              <a:t>arrays and functions</a:t>
            </a:r>
          </a:p>
          <a:p>
            <a:pPr lvl="1" algn="just"/>
            <a:r>
              <a:rPr lang="en-US" dirty="0"/>
              <a:t>Exercise 1: </a:t>
            </a:r>
            <a:r>
              <a:rPr lang="en-US" b="1" dirty="0"/>
              <a:t>Sum of an array and print its contents</a:t>
            </a:r>
          </a:p>
          <a:p>
            <a:pPr lvl="1" algn="just"/>
            <a:r>
              <a:rPr lang="en-US" dirty="0"/>
              <a:t>Exercise 2: </a:t>
            </a:r>
            <a:r>
              <a:rPr lang="en-US" b="1" dirty="0"/>
              <a:t>Count Occurrences of a Given Number in Array</a:t>
            </a:r>
          </a:p>
          <a:p>
            <a:pPr lvl="1" algn="just"/>
            <a:r>
              <a:rPr lang="en-US" dirty="0"/>
              <a:t>Exercise 3: </a:t>
            </a:r>
            <a:r>
              <a:rPr lang="en-US" b="1" dirty="0"/>
              <a:t>Frequent Element in Array</a:t>
            </a:r>
          </a:p>
          <a:p>
            <a:pPr lvl="1" algn="just"/>
            <a:r>
              <a:rPr lang="en-US" dirty="0"/>
              <a:t>Exercise 4: </a:t>
            </a:r>
            <a:r>
              <a:rPr lang="en-US" b="1" dirty="0"/>
              <a:t>Searching for an element in an array</a:t>
            </a:r>
          </a:p>
          <a:p>
            <a:pPr lvl="1" algn="just"/>
            <a:r>
              <a:rPr lang="en-US" dirty="0"/>
              <a:t>Exercise 5: </a:t>
            </a:r>
            <a:r>
              <a:rPr lang="en-US" b="1" dirty="0"/>
              <a:t>Selection sort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b="1" dirty="0"/>
              <a:t>All the C++ program must be delivered on </a:t>
            </a:r>
            <a:r>
              <a:rPr lang="en-US" b="1" dirty="0" err="1"/>
              <a:t>Aulaweb</a:t>
            </a:r>
            <a:r>
              <a:rPr lang="en-US" b="1" dirty="0"/>
              <a:t>!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dirty="0">
                <a:solidFill>
                  <a:schemeClr val="accent1"/>
                </a:solidFill>
              </a:rPr>
              <a:t>At the beginning of the April,</a:t>
            </a:r>
            <a:r>
              <a:rPr lang="en-US" dirty="0"/>
              <a:t> there will be </a:t>
            </a:r>
            <a:r>
              <a:rPr lang="en-US" b="1" dirty="0">
                <a:solidFill>
                  <a:srgbClr val="FF0000"/>
                </a:solidFill>
              </a:rPr>
              <a:t>graded lab</a:t>
            </a:r>
            <a:r>
              <a:rPr lang="en-US" dirty="0"/>
              <a:t>, where you will be required to demonstrate your skills with the contents, we covered so far including </a:t>
            </a:r>
            <a:r>
              <a:rPr lang="en-US" dirty="0">
                <a:solidFill>
                  <a:schemeClr val="accent1"/>
                </a:solidFill>
              </a:rPr>
              <a:t>functions, arrays and strings.</a:t>
            </a:r>
            <a:endParaRPr lang="en-US" b="1" dirty="0">
              <a:solidFill>
                <a:schemeClr val="accent1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lvl="1" algn="just"/>
            <a:endParaRPr lang="en-US" dirty="0"/>
          </a:p>
        </p:txBody>
      </p:sp>
      <p:pic>
        <p:nvPicPr>
          <p:cNvPr id="6" name="Picture 5" descr="A diagram of a number&#10;&#10;AI-generated content may be incorrect.">
            <a:extLst>
              <a:ext uri="{FF2B5EF4-FFF2-40B4-BE49-F238E27FC236}">
                <a16:creationId xmlns:a16="http://schemas.microsoft.com/office/drawing/2014/main" id="{D16CF1C6-E4D4-9C5F-9BE6-9F0E33DBE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176" y="111898"/>
            <a:ext cx="4345780" cy="173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04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6A40E-F80C-500E-2084-2C48B519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C5024-D9AE-052D-1B8A-FF4F87DA5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43"/>
            <a:ext cx="10515600" cy="1325563"/>
          </a:xfrm>
        </p:spPr>
        <p:txBody>
          <a:bodyPr/>
          <a:lstStyle/>
          <a:p>
            <a:r>
              <a:rPr lang="en-US" b="1" dirty="0"/>
              <a:t>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9F716-CCC6-1AFD-768F-E4E004502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249" y="1319009"/>
            <a:ext cx="10951564" cy="865109"/>
          </a:xfrm>
        </p:spPr>
        <p:txBody>
          <a:bodyPr/>
          <a:lstStyle/>
          <a:p>
            <a:r>
              <a:rPr lang="en-US" dirty="0"/>
              <a:t>An array is a sequence of objects of the same type that occupy a contiguous area of memory.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43770F-DFE1-EA5B-665C-B2EEB2D77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173" y="2644572"/>
            <a:ext cx="9941654" cy="3176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80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5B9A0-AFF6-B26F-F00D-E662F6672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4765E-49E6-339B-E340-804623EB4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43"/>
            <a:ext cx="10515600" cy="1325563"/>
          </a:xfrm>
        </p:spPr>
        <p:txBody>
          <a:bodyPr/>
          <a:lstStyle/>
          <a:p>
            <a:r>
              <a:rPr lang="en-US" b="1" dirty="0"/>
              <a:t>Declaring and Initializing arrays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C769B0-BC54-3169-6ECB-9AEA7EE89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952" y="1476406"/>
            <a:ext cx="8270496" cy="18603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A5969F-BDBF-2B94-0E4B-5D159F36F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952" y="3521293"/>
            <a:ext cx="8270496" cy="26021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822269F-D010-E22D-8B55-046E808EDD0A}"/>
                  </a:ext>
                </a:extLst>
              </p14:cNvPr>
              <p14:cNvContentPartPr/>
              <p14:nvPr/>
            </p14:nvContentPartPr>
            <p14:xfrm>
              <a:off x="1415924" y="1750812"/>
              <a:ext cx="5765400" cy="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822269F-D010-E22D-8B55-046E808EDD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62284" y="1534812"/>
                <a:ext cx="58730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BC0CD89-DC98-0589-C1CE-73D100F85E94}"/>
                  </a:ext>
                </a:extLst>
              </p14:cNvPr>
              <p14:cNvContentPartPr/>
              <p14:nvPr/>
            </p14:nvContentPartPr>
            <p14:xfrm>
              <a:off x="1460564" y="2787612"/>
              <a:ext cx="6735960" cy="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BC0CD89-DC98-0589-C1CE-73D100F85E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06924" y="2571612"/>
                <a:ext cx="68436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9F44277-7844-5CAE-1EFF-CFBA4787FB68}"/>
                  </a:ext>
                </a:extLst>
              </p14:cNvPr>
              <p14:cNvContentPartPr/>
              <p14:nvPr/>
            </p14:nvContentPartPr>
            <p14:xfrm>
              <a:off x="1437884" y="3757812"/>
              <a:ext cx="4461120" cy="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9F44277-7844-5CAE-1EFF-CFBA4787FB6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84244" y="3542532"/>
                <a:ext cx="45687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E1DAD8B-5417-014F-91B3-18334F08ADD8}"/>
                  </a:ext>
                </a:extLst>
              </p14:cNvPr>
              <p14:cNvContentPartPr/>
              <p14:nvPr/>
            </p14:nvContentPartPr>
            <p14:xfrm>
              <a:off x="1348964" y="4683012"/>
              <a:ext cx="4684320" cy="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E1DAD8B-5417-014F-91B3-18334F08ADD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94964" y="4467732"/>
                <a:ext cx="47919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64918B1-DFA8-2B79-4637-7C79B1E2D56B}"/>
                  </a:ext>
                </a:extLst>
              </p14:cNvPr>
              <p14:cNvContentPartPr/>
              <p14:nvPr/>
            </p14:nvContentPartPr>
            <p14:xfrm>
              <a:off x="1438244" y="5675532"/>
              <a:ext cx="5643000" cy="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64918B1-DFA8-2B79-4637-7C79B1E2D56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84244" y="5459532"/>
                <a:ext cx="575064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7217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56DC5-B911-36AA-677F-B873C117C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564E32-21D3-9850-24C2-C9E8D1D2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503"/>
            <a:ext cx="11353800" cy="1325563"/>
          </a:xfrm>
        </p:spPr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1</a:t>
            </a:r>
            <a:r>
              <a:rPr lang="it-IT" b="1" dirty="0"/>
              <a:t>: </a:t>
            </a:r>
            <a:r>
              <a:rPr lang="en-US" b="1" dirty="0">
                <a:solidFill>
                  <a:srgbClr val="00B050"/>
                </a:solidFill>
              </a:rPr>
              <a:t>Sum of an Array and Print Array's Contents (Simple)</a:t>
            </a:r>
            <a:endParaRPr lang="it-IT" b="1" dirty="0">
              <a:solidFill>
                <a:srgbClr val="00B05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0011CA-4720-AE81-E5A7-7876EE9D8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351" y="1424066"/>
            <a:ext cx="11737298" cy="543393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In this exercise, you will implement a C++ program that computes the sum of the elements of an array and prints its contents.</a:t>
            </a:r>
          </a:p>
          <a:p>
            <a:r>
              <a:rPr lang="en-US" b="1" dirty="0"/>
              <a:t>Requirements:</a:t>
            </a:r>
          </a:p>
          <a:p>
            <a:r>
              <a:rPr lang="en-US" dirty="0"/>
              <a:t>Write a function int </a:t>
            </a:r>
            <a:r>
              <a:rPr lang="en-US" dirty="0">
                <a:solidFill>
                  <a:srgbClr val="FF0000"/>
                </a:solidFill>
              </a:rPr>
              <a:t>sum(int </a:t>
            </a:r>
            <a:r>
              <a:rPr lang="en-US" dirty="0" err="1">
                <a:solidFill>
                  <a:srgbClr val="FF0000"/>
                </a:solidFill>
              </a:rPr>
              <a:t>arr</a:t>
            </a:r>
            <a:r>
              <a:rPr lang="en-US" dirty="0">
                <a:solidFill>
                  <a:srgbClr val="FF0000"/>
                </a:solidFill>
              </a:rPr>
              <a:t>[], int size)</a:t>
            </a:r>
            <a:r>
              <a:rPr lang="en-US" dirty="0"/>
              <a:t> that:</a:t>
            </a:r>
          </a:p>
          <a:p>
            <a:pPr lvl="1"/>
            <a:r>
              <a:rPr lang="en-US" dirty="0"/>
              <a:t>Takes an integer array and its size as input</a:t>
            </a:r>
          </a:p>
          <a:p>
            <a:pPr lvl="1"/>
            <a:r>
              <a:rPr lang="en-US" dirty="0"/>
              <a:t>Calculates the sum of all elements</a:t>
            </a:r>
          </a:p>
          <a:p>
            <a:pPr lvl="1"/>
            <a:r>
              <a:rPr lang="en-US" dirty="0"/>
              <a:t>Returns the sum</a:t>
            </a:r>
          </a:p>
          <a:p>
            <a:r>
              <a:rPr lang="en-US" dirty="0"/>
              <a:t>Write a function </a:t>
            </a:r>
            <a:r>
              <a:rPr lang="en-US" dirty="0">
                <a:solidFill>
                  <a:srgbClr val="FF0000"/>
                </a:solidFill>
              </a:rPr>
              <a:t>void print(int </a:t>
            </a:r>
            <a:r>
              <a:rPr lang="en-US" dirty="0" err="1">
                <a:solidFill>
                  <a:srgbClr val="FF0000"/>
                </a:solidFill>
              </a:rPr>
              <a:t>arr</a:t>
            </a:r>
            <a:r>
              <a:rPr lang="en-US" dirty="0">
                <a:solidFill>
                  <a:srgbClr val="FF0000"/>
                </a:solidFill>
              </a:rPr>
              <a:t>[], int size)</a:t>
            </a:r>
            <a:r>
              <a:rPr lang="en-US" dirty="0"/>
              <a:t> that:</a:t>
            </a:r>
          </a:p>
          <a:p>
            <a:pPr lvl="1"/>
            <a:r>
              <a:rPr lang="en-US" dirty="0"/>
              <a:t>Prints the array in this format:</a:t>
            </a:r>
          </a:p>
          <a:p>
            <a:pPr lvl="1"/>
            <a:r>
              <a:rPr lang="en-US" dirty="0"/>
              <a:t>For example : {1,2,3,4}</a:t>
            </a:r>
          </a:p>
          <a:p>
            <a:r>
              <a:rPr lang="en-US" dirty="0">
                <a:solidFill>
                  <a:srgbClr val="FF0000"/>
                </a:solidFill>
              </a:rPr>
              <a:t>In main():</a:t>
            </a:r>
          </a:p>
          <a:p>
            <a:pPr lvl="1"/>
            <a:r>
              <a:rPr lang="en-US" dirty="0"/>
              <a:t>Ask the user how many elements the array has</a:t>
            </a:r>
          </a:p>
          <a:p>
            <a:pPr lvl="1"/>
            <a:r>
              <a:rPr lang="en-US" dirty="0"/>
              <a:t>Ask the user to enter the elements</a:t>
            </a:r>
          </a:p>
          <a:p>
            <a:pPr lvl="1"/>
            <a:r>
              <a:rPr lang="en-US" dirty="0"/>
              <a:t>Call print() to display the array</a:t>
            </a:r>
          </a:p>
          <a:p>
            <a:pPr lvl="1"/>
            <a:r>
              <a:rPr lang="en-US" dirty="0"/>
              <a:t>Call sum() to calculate the total</a:t>
            </a:r>
          </a:p>
          <a:p>
            <a:pPr algn="just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6478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4BEC8-6347-F7E0-21EF-0F457C2B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301CEF-1DFA-D272-3466-6072A8EB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503"/>
            <a:ext cx="11353800" cy="1325563"/>
          </a:xfrm>
        </p:spPr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2</a:t>
            </a:r>
            <a:r>
              <a:rPr lang="it-IT" b="1" dirty="0"/>
              <a:t>: </a:t>
            </a:r>
            <a:r>
              <a:rPr lang="en-US" b="1" dirty="0">
                <a:solidFill>
                  <a:srgbClr val="00B050"/>
                </a:solidFill>
              </a:rPr>
              <a:t>Count Occurrences of a Given Number in Array (Simple)</a:t>
            </a:r>
            <a:endParaRPr lang="it-IT" b="1" dirty="0">
              <a:solidFill>
                <a:srgbClr val="00B05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D5C3D3-D847-D88C-F186-802664C2A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351" y="1424066"/>
            <a:ext cx="11737298" cy="543393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Write a C++ program to count the number of occurrences of a given number in a array of integers.</a:t>
            </a:r>
          </a:p>
          <a:p>
            <a:pPr algn="just"/>
            <a:endParaRPr lang="it-IT" dirty="0"/>
          </a:p>
        </p:txBody>
      </p:sp>
      <p:pic>
        <p:nvPicPr>
          <p:cNvPr id="2050" name="Picture 2" descr="C++ Exercises: Count the number of occurences of given number in a sorted array of integers">
            <a:extLst>
              <a:ext uri="{FF2B5EF4-FFF2-40B4-BE49-F238E27FC236}">
                <a16:creationId xmlns:a16="http://schemas.microsoft.com/office/drawing/2014/main" id="{5F608FC7-600D-4084-929E-74580D822A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87"/>
          <a:stretch>
            <a:fillRect/>
          </a:stretch>
        </p:blipFill>
        <p:spPr bwMode="auto">
          <a:xfrm>
            <a:off x="2884215" y="2228735"/>
            <a:ext cx="6252984" cy="427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326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3AF67-48D1-4DC6-AA27-F59BA676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F84E1A-8FBD-4828-29EF-3B6218C33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503"/>
            <a:ext cx="11353800" cy="1325563"/>
          </a:xfrm>
        </p:spPr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3</a:t>
            </a:r>
            <a:r>
              <a:rPr lang="it-IT" b="1" dirty="0"/>
              <a:t>: </a:t>
            </a:r>
            <a:r>
              <a:rPr lang="en-US" b="1" dirty="0">
                <a:solidFill>
                  <a:srgbClr val="00B050"/>
                </a:solidFill>
              </a:rPr>
              <a:t>Frequent Element in Array (Simple)</a:t>
            </a:r>
            <a:endParaRPr lang="it-IT" b="1" dirty="0">
              <a:solidFill>
                <a:srgbClr val="00B05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59117C-521F-01E0-DAA8-98324E84A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351" y="1424066"/>
            <a:ext cx="11737298" cy="543393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Write a C++ program to find the most frequent element in an array of integers.</a:t>
            </a:r>
            <a:endParaRPr lang="it-IT" dirty="0"/>
          </a:p>
        </p:txBody>
      </p:sp>
      <p:pic>
        <p:nvPicPr>
          <p:cNvPr id="3074" name="Picture 2" descr="C++ Exercises: Find the most occurring element in an array of integers">
            <a:extLst>
              <a:ext uri="{FF2B5EF4-FFF2-40B4-BE49-F238E27FC236}">
                <a16:creationId xmlns:a16="http://schemas.microsoft.com/office/drawing/2014/main" id="{5B7C08F8-1433-8D95-E658-8FFFE14370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2"/>
          <a:stretch>
            <a:fillRect/>
          </a:stretch>
        </p:blipFill>
        <p:spPr bwMode="auto">
          <a:xfrm>
            <a:off x="1808820" y="1960290"/>
            <a:ext cx="6999409" cy="471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629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3CE33-0A19-8889-A74B-BF98CDD4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328C67-855A-88D3-B23B-6B55B589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349"/>
            <a:ext cx="10839138" cy="1325563"/>
          </a:xfrm>
        </p:spPr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4</a:t>
            </a:r>
            <a:r>
              <a:rPr lang="it-IT" b="1" dirty="0"/>
              <a:t>: </a:t>
            </a:r>
            <a:r>
              <a:rPr lang="en-US" b="1" dirty="0">
                <a:solidFill>
                  <a:srgbClr val="00B050"/>
                </a:solidFill>
              </a:rPr>
              <a:t>Searching for an Element</a:t>
            </a:r>
            <a:r>
              <a:rPr lang="it-IT" b="1" dirty="0">
                <a:solidFill>
                  <a:srgbClr val="00B050"/>
                </a:solidFill>
              </a:rPr>
              <a:t> in an Array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B5A729-BB2A-3F34-5139-C3941EA75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351" y="1244185"/>
            <a:ext cx="11737298" cy="543393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In this exercise, you will implement a C++ program to </a:t>
            </a:r>
            <a:r>
              <a:rPr lang="en-US" b="1" dirty="0">
                <a:solidFill>
                  <a:srgbClr val="FF0000"/>
                </a:solidFill>
              </a:rPr>
              <a:t>search for an integer in an array</a:t>
            </a:r>
            <a:r>
              <a:rPr lang="en-US" dirty="0"/>
              <a:t>. You will need to write a function to perform the search and check if the element exists in the array</a:t>
            </a:r>
          </a:p>
          <a:p>
            <a:pPr algn="just"/>
            <a:endParaRPr lang="it-IT" sz="200" dirty="0"/>
          </a:p>
          <a:p>
            <a:pPr algn="just"/>
            <a:r>
              <a:rPr lang="en-US" b="1" dirty="0"/>
              <a:t>Requirements:</a:t>
            </a:r>
          </a:p>
          <a:p>
            <a:pPr marL="0" indent="0" algn="just">
              <a:buNone/>
            </a:pPr>
            <a:r>
              <a:rPr lang="en-US" dirty="0"/>
              <a:t>    Write a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searchElement(int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[], int size, int target) </a:t>
            </a:r>
            <a:r>
              <a:rPr lang="en-US" dirty="0"/>
              <a:t>that:</a:t>
            </a:r>
          </a:p>
          <a:p>
            <a:pPr lvl="1" algn="just"/>
            <a:r>
              <a:rPr lang="en-US" dirty="0"/>
              <a:t>        Takes an array of integers </a:t>
            </a:r>
            <a:r>
              <a:rPr lang="en-US" dirty="0" err="1"/>
              <a:t>arr</a:t>
            </a:r>
            <a:r>
              <a:rPr lang="en-US" dirty="0"/>
              <a:t>[], its size </a:t>
            </a:r>
            <a:r>
              <a:rPr lang="en-US" dirty="0" err="1"/>
              <a:t>size</a:t>
            </a:r>
            <a:r>
              <a:rPr lang="en-US" dirty="0"/>
              <a:t>, and a target integer as input</a:t>
            </a:r>
          </a:p>
          <a:p>
            <a:pPr lvl="1" algn="just"/>
            <a:r>
              <a:rPr lang="en-US" dirty="0"/>
              <a:t>        Searches for the target element in the array</a:t>
            </a:r>
          </a:p>
          <a:p>
            <a:pPr lvl="1" algn="just"/>
            <a:r>
              <a:rPr lang="en-US" dirty="0"/>
              <a:t>        </a:t>
            </a:r>
            <a:r>
              <a:rPr lang="en-US" dirty="0">
                <a:solidFill>
                  <a:srgbClr val="FF0000"/>
                </a:solidFill>
              </a:rPr>
              <a:t>If the element is found, return its index</a:t>
            </a:r>
          </a:p>
          <a:p>
            <a:pPr lvl="1" algn="just"/>
            <a:r>
              <a:rPr lang="en-US" dirty="0"/>
              <a:t>        </a:t>
            </a:r>
            <a:r>
              <a:rPr lang="en-US" dirty="0">
                <a:solidFill>
                  <a:srgbClr val="FF0000"/>
                </a:solidFill>
              </a:rPr>
              <a:t>If the element is not found, return -1</a:t>
            </a:r>
          </a:p>
          <a:p>
            <a:pPr algn="just"/>
            <a:endParaRPr lang="en-US" sz="200" dirty="0"/>
          </a:p>
          <a:p>
            <a:pPr algn="just"/>
            <a:r>
              <a:rPr lang="en-US" dirty="0"/>
              <a:t>    The program should ask the user to insert the elements of the array</a:t>
            </a:r>
          </a:p>
          <a:p>
            <a:pPr algn="just"/>
            <a:endParaRPr lang="en-US" sz="200" dirty="0"/>
          </a:p>
          <a:p>
            <a:pPr algn="just"/>
            <a:r>
              <a:rPr lang="en-US" dirty="0"/>
              <a:t>    After the array is created, ask the user for the element they want to search for</a:t>
            </a:r>
          </a:p>
          <a:p>
            <a:pPr algn="just"/>
            <a:endParaRPr lang="en-US" sz="1200" dirty="0"/>
          </a:p>
          <a:p>
            <a:pPr algn="just"/>
            <a:r>
              <a:rPr lang="en-US" dirty="0"/>
              <a:t>    Invoke the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searchElement()</a:t>
            </a:r>
            <a:endParaRPr lang="en-US" dirty="0"/>
          </a:p>
          <a:p>
            <a:pPr algn="just"/>
            <a:endParaRPr lang="en-US" sz="200" dirty="0"/>
          </a:p>
          <a:p>
            <a:pPr algn="just"/>
            <a:r>
              <a:rPr lang="en-US" dirty="0"/>
              <a:t>    Display the result:</a:t>
            </a:r>
          </a:p>
          <a:p>
            <a:pPr lvl="1" algn="just"/>
            <a:r>
              <a:rPr lang="en-US" dirty="0"/>
              <a:t>        If the element is found, display the index where it was found</a:t>
            </a:r>
          </a:p>
          <a:p>
            <a:pPr lvl="1" algn="just"/>
            <a:r>
              <a:rPr lang="en-US" dirty="0"/>
              <a:t>        If the element is not found, display "Element not found"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00381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14C39-99D7-3637-6537-15F5AC7A2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7554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Always avoid shortcuts!</a:t>
            </a:r>
          </a:p>
        </p:txBody>
      </p:sp>
      <p:sp>
        <p:nvSpPr>
          <p:cNvPr id="3" name="Flowchart: Preparation 2">
            <a:extLst>
              <a:ext uri="{FF2B5EF4-FFF2-40B4-BE49-F238E27FC236}">
                <a16:creationId xmlns:a16="http://schemas.microsoft.com/office/drawing/2014/main" id="{48D13692-E3C3-EADB-34D3-76E9218916AC}"/>
              </a:ext>
            </a:extLst>
          </p:cNvPr>
          <p:cNvSpPr/>
          <p:nvPr/>
        </p:nvSpPr>
        <p:spPr>
          <a:xfrm>
            <a:off x="1494341" y="1471376"/>
            <a:ext cx="2436628" cy="2036845"/>
          </a:xfrm>
          <a:prstGeom prst="flowChartPrepa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Problem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FCF948-B4DA-080A-E445-E0F923854D19}"/>
              </a:ext>
            </a:extLst>
          </p:cNvPr>
          <p:cNvSpPr/>
          <p:nvPr/>
        </p:nvSpPr>
        <p:spPr>
          <a:xfrm>
            <a:off x="5587250" y="1279462"/>
            <a:ext cx="4133560" cy="24206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Problem Solving Phase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3BFB7F-4C3C-EA33-04A3-9262C0CC4ADB}"/>
              </a:ext>
            </a:extLst>
          </p:cNvPr>
          <p:cNvSpPr/>
          <p:nvPr/>
        </p:nvSpPr>
        <p:spPr>
          <a:xfrm>
            <a:off x="6463184" y="2850409"/>
            <a:ext cx="2268279" cy="751367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Algorithm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D3FC5A-25F7-2A1B-EA9E-5E4173664C06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930969" y="2489799"/>
            <a:ext cx="1656281" cy="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AC96B3F-DB08-4307-2A49-1DC84502134D}"/>
              </a:ext>
            </a:extLst>
          </p:cNvPr>
          <p:cNvSpPr/>
          <p:nvPr/>
        </p:nvSpPr>
        <p:spPr>
          <a:xfrm>
            <a:off x="5587250" y="4115267"/>
            <a:ext cx="4133560" cy="24206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Implementation Phase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6CCE89C-92B0-1C0E-6692-DCDA631D277E}"/>
              </a:ext>
            </a:extLst>
          </p:cNvPr>
          <p:cNvSpPr/>
          <p:nvPr/>
        </p:nvSpPr>
        <p:spPr>
          <a:xfrm>
            <a:off x="6463183" y="4295236"/>
            <a:ext cx="2268279" cy="751367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Program/Code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E01C71A-1B25-5F7F-218E-E8EC1FA144A7}"/>
              </a:ext>
            </a:extLst>
          </p:cNvPr>
          <p:cNvCxnSpPr>
            <a:stCxn id="7" idx="2"/>
            <a:endCxn id="19" idx="0"/>
          </p:cNvCxnSpPr>
          <p:nvPr/>
        </p:nvCxnSpPr>
        <p:spPr>
          <a:xfrm flipH="1">
            <a:off x="7597323" y="3601776"/>
            <a:ext cx="1" cy="69346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FAB7DA97-727B-406E-D904-D259279B77F3}"/>
              </a:ext>
            </a:extLst>
          </p:cNvPr>
          <p:cNvCxnSpPr>
            <a:stCxn id="3" idx="2"/>
            <a:endCxn id="18" idx="1"/>
          </p:cNvCxnSpPr>
          <p:nvPr/>
        </p:nvCxnSpPr>
        <p:spPr>
          <a:xfrm rot="16200000" flipH="1">
            <a:off x="3241260" y="2979615"/>
            <a:ext cx="1817384" cy="2874595"/>
          </a:xfrm>
          <a:prstGeom prst="bentConnector2">
            <a:avLst/>
          </a:prstGeom>
          <a:ln w="635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754F50-3E54-9DB3-7EEE-0C72AC54B328}"/>
              </a:ext>
            </a:extLst>
          </p:cNvPr>
          <p:cNvSpPr txBox="1"/>
          <p:nvPr/>
        </p:nvSpPr>
        <p:spPr>
          <a:xfrm>
            <a:off x="3507101" y="4710012"/>
            <a:ext cx="1273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Shortcut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DC369-03CE-2BC1-EA42-6BBD57DDE81F}"/>
              </a:ext>
            </a:extLst>
          </p:cNvPr>
          <p:cNvSpPr txBox="1"/>
          <p:nvPr/>
        </p:nvSpPr>
        <p:spPr>
          <a:xfrm>
            <a:off x="104646" y="5747769"/>
            <a:ext cx="50461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One might be tempted to skip the problem-solving phase and jump straight into writing the program. This is a big mistake!!!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CF79E-8A59-3023-0F79-DE4100E15565}"/>
              </a:ext>
            </a:extLst>
          </p:cNvPr>
          <p:cNvSpPr txBox="1"/>
          <p:nvPr/>
        </p:nvSpPr>
        <p:spPr>
          <a:xfrm>
            <a:off x="10099513" y="1797950"/>
            <a:ext cx="22420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 err="1">
                <a:latin typeface="Dreaming Outloud Pro" panose="03050502040302030504" pitchFamily="66" charset="0"/>
                <a:cs typeface="Dreaming Outloud Pro" panose="03050502040302030504" pitchFamily="66" charset="0"/>
              </a:rPr>
              <a:t>Reasoning</a:t>
            </a:r>
            <a:r>
              <a:rPr lang="it-IT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</a:p>
          <a:p>
            <a:r>
              <a:rPr lang="it-IT" sz="2400" b="1" dirty="0" err="1">
                <a:latin typeface="Dreaming Outloud Pro" panose="03050502040302030504" pitchFamily="66" charset="0"/>
                <a:cs typeface="Dreaming Outloud Pro" panose="03050502040302030504" pitchFamily="66" charset="0"/>
              </a:rPr>
              <a:t>at</a:t>
            </a:r>
            <a:r>
              <a:rPr lang="it-IT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it-IT" sz="2400" b="1" dirty="0" err="1">
                <a:latin typeface="Dreaming Outloud Pro" panose="03050502040302030504" pitchFamily="66" charset="0"/>
                <a:cs typeface="Dreaming Outloud Pro" panose="03050502040302030504" pitchFamily="66" charset="0"/>
              </a:rPr>
              <a:t>level</a:t>
            </a:r>
            <a:r>
              <a:rPr lang="it-IT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of</a:t>
            </a:r>
          </a:p>
          <a:p>
            <a:r>
              <a:rPr lang="it-IT" sz="2400" b="1" dirty="0" err="1">
                <a:latin typeface="Dreaming Outloud Pro" panose="03050502040302030504" pitchFamily="66" charset="0"/>
                <a:cs typeface="Dreaming Outloud Pro" panose="03050502040302030504" pitchFamily="66" charset="0"/>
              </a:rPr>
              <a:t>Pseudocode</a:t>
            </a:r>
            <a:r>
              <a:rPr lang="it-IT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668131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5B552-071B-60E1-485B-A4C335F20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43"/>
            <a:ext cx="10515600" cy="1325563"/>
          </a:xfrm>
        </p:spPr>
        <p:txBody>
          <a:bodyPr/>
          <a:lstStyle/>
          <a:p>
            <a:r>
              <a:rPr lang="en-US" b="1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984D5-08CE-A63A-D135-635917E03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249" y="1319009"/>
            <a:ext cx="10951564" cy="865109"/>
          </a:xfrm>
        </p:spPr>
        <p:txBody>
          <a:bodyPr/>
          <a:lstStyle/>
          <a:p>
            <a:r>
              <a:rPr lang="en-US" dirty="0"/>
              <a:t>We had already seen the pseudocode for performing a search in an array in lesson 4, I am presenting it to you again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929684-4FBD-5E59-118C-7D16C27B6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983" y="2465883"/>
            <a:ext cx="5420914" cy="4039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C4D590-CDE9-83B7-1709-77C3462355FA}"/>
              </a:ext>
            </a:extLst>
          </p:cNvPr>
          <p:cNvSpPr txBox="1"/>
          <p:nvPr/>
        </p:nvSpPr>
        <p:spPr>
          <a:xfrm>
            <a:off x="7742419" y="3191618"/>
            <a:ext cx="40773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It is necessary to go through all the elements of the array!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D1D9C-03F1-2B97-67B1-4C74D79D1239}"/>
              </a:ext>
            </a:extLst>
          </p:cNvPr>
          <p:cNvSpPr txBox="1"/>
          <p:nvPr/>
        </p:nvSpPr>
        <p:spPr>
          <a:xfrm>
            <a:off x="7742419" y="4550726"/>
            <a:ext cx="40773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Pay attention: What you have to do is a bit different!</a:t>
            </a:r>
          </a:p>
        </p:txBody>
      </p:sp>
    </p:spTree>
    <p:extLst>
      <p:ext uri="{BB962C8B-B14F-4D97-AF65-F5344CB8AC3E}">
        <p14:creationId xmlns:p14="http://schemas.microsoft.com/office/powerpoint/2010/main" val="143806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E1D38-79C4-815E-3249-181221184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5</a:t>
            </a:r>
            <a:r>
              <a:rPr lang="it-IT" b="1" dirty="0"/>
              <a:t>: Selection sort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82B7CC-4664-E080-9DAA-2E5955AC5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618" y="1618456"/>
            <a:ext cx="10515600" cy="4667250"/>
          </a:xfrm>
        </p:spPr>
        <p:txBody>
          <a:bodyPr>
            <a:normAutofit/>
          </a:bodyPr>
          <a:lstStyle/>
          <a:p>
            <a:pPr algn="just"/>
            <a:r>
              <a:rPr lang="it-IT" dirty="0"/>
              <a:t>Write a C++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dirty="0" err="1"/>
              <a:t>implement</a:t>
            </a:r>
            <a:r>
              <a:rPr lang="it-IT" dirty="0"/>
              <a:t> the </a:t>
            </a:r>
            <a:r>
              <a:rPr lang="it-IT" b="1" dirty="0">
                <a:solidFill>
                  <a:srgbClr val="FF0000"/>
                </a:solidFill>
              </a:rPr>
              <a:t>Selection sort </a:t>
            </a:r>
            <a:r>
              <a:rPr lang="it-IT" dirty="0" err="1"/>
              <a:t>algorithm</a:t>
            </a:r>
            <a:r>
              <a:rPr lang="it-IT" dirty="0"/>
              <a:t> of </a:t>
            </a:r>
            <a:r>
              <a:rPr lang="it-IT" dirty="0" err="1"/>
              <a:t>integers</a:t>
            </a:r>
            <a:r>
              <a:rPr lang="it-IT" dirty="0"/>
              <a:t> </a:t>
            </a:r>
            <a:r>
              <a:rPr lang="it-IT" dirty="0" err="1"/>
              <a:t>numbers</a:t>
            </a:r>
            <a:endParaRPr lang="it-IT" dirty="0"/>
          </a:p>
          <a:p>
            <a:pPr lvl="1" algn="just"/>
            <a:r>
              <a:rPr lang="it-IT" dirty="0"/>
              <a:t>Alternative </a:t>
            </a:r>
            <a:r>
              <a:rPr lang="it-IT" dirty="0" err="1"/>
              <a:t>algorithm</a:t>
            </a:r>
            <a:r>
              <a:rPr lang="it-IT" dirty="0"/>
              <a:t> to </a:t>
            </a:r>
            <a:r>
              <a:rPr lang="it-IT" b="1" dirty="0" err="1">
                <a:solidFill>
                  <a:srgbClr val="FF0000"/>
                </a:solidFill>
              </a:rPr>
              <a:t>Bubble</a:t>
            </a:r>
            <a:r>
              <a:rPr lang="it-IT" b="1" dirty="0">
                <a:solidFill>
                  <a:srgbClr val="FF0000"/>
                </a:solidFill>
              </a:rPr>
              <a:t> sort</a:t>
            </a:r>
          </a:p>
          <a:p>
            <a:pPr lvl="1" algn="just"/>
            <a:endParaRPr lang="it-IT" dirty="0"/>
          </a:p>
          <a:p>
            <a:pPr algn="just"/>
            <a:r>
              <a:rPr lang="en-US" b="1" dirty="0"/>
              <a:t>Selection Sort</a:t>
            </a:r>
            <a:r>
              <a:rPr lang="en-US" dirty="0"/>
              <a:t> is a comparison-based sorting algorithm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sorts an array by repeatedly selecting the </a:t>
            </a:r>
            <a:r>
              <a:rPr lang="en-US" b="1" dirty="0"/>
              <a:t>smallest (or largest)</a:t>
            </a:r>
            <a:r>
              <a:rPr lang="en-US" dirty="0"/>
              <a:t> element from the </a:t>
            </a:r>
            <a:r>
              <a:rPr lang="en-US" b="1" dirty="0"/>
              <a:t>unsorted portion and swapping it</a:t>
            </a:r>
            <a:r>
              <a:rPr lang="en-US" dirty="0"/>
              <a:t> with the first unsorted element. This process continues until the entire array is sorted</a:t>
            </a:r>
          </a:p>
          <a:p>
            <a:pPr algn="just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40211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EA23-67B1-48C3-79AB-F55C6C28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Idea of the algorithm: Example</a:t>
            </a:r>
          </a:p>
        </p:txBody>
      </p:sp>
      <p:pic>
        <p:nvPicPr>
          <p:cNvPr id="5" name="Picture 4" descr="A diagram of a number&#10;&#10;AI-generated content may be incorrect.">
            <a:extLst>
              <a:ext uri="{FF2B5EF4-FFF2-40B4-BE49-F238E27FC236}">
                <a16:creationId xmlns:a16="http://schemas.microsoft.com/office/drawing/2014/main" id="{D4B65DD5-81CD-5E7B-1575-08806C191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37" y="2305565"/>
            <a:ext cx="5472496" cy="2739664"/>
          </a:xfrm>
          <a:prstGeom prst="rect">
            <a:avLst/>
          </a:prstGeom>
        </p:spPr>
      </p:pic>
      <p:pic>
        <p:nvPicPr>
          <p:cNvPr id="7" name="Picture 6" descr="A diagram of a number&#10;&#10;AI-generated content may be incorrect.">
            <a:extLst>
              <a:ext uri="{FF2B5EF4-FFF2-40B4-BE49-F238E27FC236}">
                <a16:creationId xmlns:a16="http://schemas.microsoft.com/office/drawing/2014/main" id="{8C728F16-C86A-2746-FFD8-D3C03AB29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020" y="2305564"/>
            <a:ext cx="5424004" cy="273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5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461E6-4B11-088F-19A8-C375DDA8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Idea of the algorithm: Example</a:t>
            </a:r>
            <a:endParaRPr lang="en-US" dirty="0"/>
          </a:p>
        </p:txBody>
      </p:sp>
      <p:pic>
        <p:nvPicPr>
          <p:cNvPr id="5" name="Content Placeholder 4" descr="A diagram of a number&#10;&#10;AI-generated content may be incorrect.">
            <a:extLst>
              <a:ext uri="{FF2B5EF4-FFF2-40B4-BE49-F238E27FC236}">
                <a16:creationId xmlns:a16="http://schemas.microsoft.com/office/drawing/2014/main" id="{B5582CA7-7D72-F332-27F5-CECEC707DE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142" y="2300545"/>
            <a:ext cx="5572040" cy="2827196"/>
          </a:xfrm>
        </p:spPr>
      </p:pic>
      <p:pic>
        <p:nvPicPr>
          <p:cNvPr id="7" name="Picture 6" descr="A diagram with numbers and a green circle&#10;&#10;AI-generated content may be incorrect.">
            <a:extLst>
              <a:ext uri="{FF2B5EF4-FFF2-40B4-BE49-F238E27FC236}">
                <a16:creationId xmlns:a16="http://schemas.microsoft.com/office/drawing/2014/main" id="{4EFBDD81-6BBC-ACF9-ED16-587B5B4D8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819" y="2300545"/>
            <a:ext cx="5647342" cy="28271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A24D1C-1EFB-0705-B8C8-1F0539008E9A}"/>
              </a:ext>
            </a:extLst>
          </p:cNvPr>
          <p:cNvSpPr txBox="1"/>
          <p:nvPr/>
        </p:nvSpPr>
        <p:spPr>
          <a:xfrm>
            <a:off x="9552709" y="5969655"/>
            <a:ext cx="2029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And so on …</a:t>
            </a:r>
          </a:p>
        </p:txBody>
      </p:sp>
    </p:spTree>
    <p:extLst>
      <p:ext uri="{BB962C8B-B14F-4D97-AF65-F5344CB8AC3E}">
        <p14:creationId xmlns:p14="http://schemas.microsoft.com/office/powerpoint/2010/main" val="67865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C862-1C3D-318B-01D5-6D8309F4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Pseudocode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75912-7A27-ACC3-3229-3218D8B07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508" y="1690687"/>
            <a:ext cx="4495801" cy="460620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“First, we find the smallest element and swap it with the first element of the array (position 0). This way we get the smallest element at its correct position”</a:t>
            </a:r>
          </a:p>
          <a:p>
            <a:pPr algn="just"/>
            <a:r>
              <a:rPr lang="en-US" dirty="0"/>
              <a:t>“Then, we find the smallest among remaining elements (or second smallest) and swap it with the second element”</a:t>
            </a:r>
          </a:p>
          <a:p>
            <a:pPr algn="just"/>
            <a:r>
              <a:rPr lang="en-US" dirty="0"/>
              <a:t>“We keep doing this until we get all elements moved to correct position”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D497CD-EF9C-19F1-2EEF-4B46944F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2" y="365125"/>
            <a:ext cx="5027145" cy="5661719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A0E3F65-8E87-3821-2760-EFC94DF2DE10}"/>
              </a:ext>
            </a:extLst>
          </p:cNvPr>
          <p:cNvSpPr/>
          <p:nvPr/>
        </p:nvSpPr>
        <p:spPr>
          <a:xfrm>
            <a:off x="5708075" y="3262745"/>
            <a:ext cx="727363" cy="6719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4D238B-D786-0823-3F4C-BE516BCB75CA}"/>
              </a:ext>
            </a:extLst>
          </p:cNvPr>
          <p:cNvSpPr txBox="1"/>
          <p:nvPr/>
        </p:nvSpPr>
        <p:spPr>
          <a:xfrm>
            <a:off x="2175164" y="6177686"/>
            <a:ext cx="1477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Version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089D6A-B87A-41DC-862B-94706DD79449}"/>
              </a:ext>
            </a:extLst>
          </p:cNvPr>
          <p:cNvSpPr txBox="1"/>
          <p:nvPr/>
        </p:nvSpPr>
        <p:spPr>
          <a:xfrm>
            <a:off x="8279340" y="6177686"/>
            <a:ext cx="15244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Version 2</a:t>
            </a:r>
          </a:p>
        </p:txBody>
      </p:sp>
    </p:spTree>
    <p:extLst>
      <p:ext uri="{BB962C8B-B14F-4D97-AF65-F5344CB8AC3E}">
        <p14:creationId xmlns:p14="http://schemas.microsoft.com/office/powerpoint/2010/main" val="141708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47B82-414B-1E58-5793-AE26AE23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Now, it’s your turn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4CC19D-E9DA-49DB-8CE5-5C1E51D66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5" y="3643746"/>
            <a:ext cx="4486375" cy="2849130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0B2B9876-B9CD-0E4A-70F7-B3097815177A}"/>
              </a:ext>
            </a:extLst>
          </p:cNvPr>
          <p:cNvSpPr txBox="1">
            <a:spLocks/>
          </p:cNvSpPr>
          <p:nvPr/>
        </p:nvSpPr>
        <p:spPr>
          <a:xfrm>
            <a:off x="5701145" y="1725108"/>
            <a:ext cx="597130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From pseudocode to C++:</a:t>
            </a:r>
          </a:p>
          <a:p>
            <a:pPr algn="just"/>
            <a:endParaRPr lang="en-US" b="1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algn="just"/>
            <a:r>
              <a:rPr lang="en-US" dirty="0">
                <a:latin typeface="+mn-lt"/>
                <a:cs typeface="Dreaming Outloud Pro" panose="03050502040302030504" pitchFamily="66" charset="0"/>
              </a:rPr>
              <a:t>You have to implement the pseudocode in a function and create a main that declare and define an array and pass to the function the array. Then, the main has to write the ordered array</a:t>
            </a:r>
          </a:p>
        </p:txBody>
      </p:sp>
    </p:spTree>
    <p:extLst>
      <p:ext uri="{BB962C8B-B14F-4D97-AF65-F5344CB8AC3E}">
        <p14:creationId xmlns:p14="http://schemas.microsoft.com/office/powerpoint/2010/main" val="2986902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D25B-7996-CE96-DD8E-70835EF8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68" y="18761"/>
            <a:ext cx="10515600" cy="1325563"/>
          </a:xfrm>
        </p:spPr>
        <p:txBody>
          <a:bodyPr/>
          <a:lstStyle/>
          <a:p>
            <a:r>
              <a:rPr lang="en-US" b="1" dirty="0"/>
              <a:t>C++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13C61-83D2-DBC9-9E82-EB6DAF04B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21" y="234797"/>
            <a:ext cx="4794013" cy="6297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418CC0-D3DA-15E8-BFCA-FF2566FA3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251" y="1203141"/>
            <a:ext cx="4873998" cy="484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16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8C5484-32FF-F9F3-1AB8-97429726D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63EC8B-CFFE-87AF-96D6-865FFD723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864" y="292892"/>
            <a:ext cx="11520271" cy="1325563"/>
          </a:xfrm>
        </p:spPr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6</a:t>
            </a:r>
            <a:r>
              <a:rPr lang="it-IT" b="1" dirty="0"/>
              <a:t>: </a:t>
            </a:r>
            <a:r>
              <a:rPr lang="en-US" b="1" dirty="0">
                <a:solidFill>
                  <a:srgbClr val="00B050"/>
                </a:solidFill>
              </a:rPr>
              <a:t>Implement a Stack using an Array in C++</a:t>
            </a:r>
            <a:endParaRPr lang="it-IT" b="1" dirty="0">
              <a:solidFill>
                <a:srgbClr val="00B050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177C35-07AA-165D-B3B5-478A0190B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740" y="1486836"/>
            <a:ext cx="11096517" cy="5132388"/>
          </a:xfrm>
        </p:spPr>
        <p:txBody>
          <a:bodyPr>
            <a:normAutofit/>
          </a:bodyPr>
          <a:lstStyle/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In this exercise, you will implement a </a:t>
            </a:r>
            <a:r>
              <a:rPr lang="en-US" b="1" dirty="0">
                <a:solidFill>
                  <a:srgbClr val="FF0000"/>
                </a:solidFill>
              </a:rPr>
              <a:t>stack data structure </a:t>
            </a:r>
            <a:r>
              <a:rPr lang="en-US" dirty="0"/>
              <a:t>using an array in C++. You will need to write the </a:t>
            </a:r>
            <a:r>
              <a:rPr lang="en-US" b="1" dirty="0"/>
              <a:t>necessary functions </a:t>
            </a:r>
            <a:r>
              <a:rPr lang="en-US" dirty="0"/>
              <a:t>to perform basic stack operations</a:t>
            </a:r>
          </a:p>
          <a:p>
            <a:endParaRPr lang="en-US" sz="1000" dirty="0"/>
          </a:p>
          <a:p>
            <a:r>
              <a:rPr lang="en-US" b="1" dirty="0"/>
              <a:t>Requirements:</a:t>
            </a:r>
          </a:p>
          <a:p>
            <a:pPr marL="0" indent="0">
              <a:buNone/>
            </a:pPr>
            <a:r>
              <a:rPr lang="en-US" dirty="0"/>
              <a:t>    Implement </a:t>
            </a:r>
            <a:r>
              <a:rPr lang="en-US" b="1" dirty="0">
                <a:solidFill>
                  <a:srgbClr val="FF0000"/>
                </a:solidFill>
              </a:rPr>
              <a:t>a stack </a:t>
            </a:r>
            <a:r>
              <a:rPr lang="en-US" dirty="0"/>
              <a:t>with an array that supports the following operations:</a:t>
            </a:r>
          </a:p>
          <a:p>
            <a:pPr lvl="1"/>
            <a:r>
              <a:rPr lang="en-US" b="1" dirty="0"/>
              <a:t>push(value): </a:t>
            </a:r>
            <a:r>
              <a:rPr lang="en-US" dirty="0"/>
              <a:t>Adds an element to the top of the stack</a:t>
            </a:r>
          </a:p>
          <a:p>
            <a:pPr lvl="1"/>
            <a:r>
              <a:rPr lang="en-US" b="1" dirty="0"/>
              <a:t>pop(): </a:t>
            </a:r>
            <a:r>
              <a:rPr lang="en-US" dirty="0"/>
              <a:t>Removes the element from the top of the stack</a:t>
            </a:r>
          </a:p>
          <a:p>
            <a:pPr lvl="1"/>
            <a:r>
              <a:rPr lang="en-US" b="1" dirty="0"/>
              <a:t>peek()</a:t>
            </a:r>
            <a:r>
              <a:rPr lang="en-US" dirty="0"/>
              <a:t>: Returns the element at the top of the stack without removing it</a:t>
            </a:r>
          </a:p>
          <a:p>
            <a:pPr lvl="1"/>
            <a:r>
              <a:rPr lang="en-US" b="1" dirty="0" err="1"/>
              <a:t>isEmpty</a:t>
            </a:r>
            <a:r>
              <a:rPr lang="en-US" b="1" dirty="0"/>
              <a:t>()</a:t>
            </a:r>
            <a:r>
              <a:rPr lang="en-US" dirty="0"/>
              <a:t>: Returns true if the stack is empty, otherwise false</a:t>
            </a:r>
          </a:p>
          <a:p>
            <a:pPr lvl="1"/>
            <a:r>
              <a:rPr lang="en-US" b="1" dirty="0"/>
              <a:t>size()</a:t>
            </a:r>
            <a:r>
              <a:rPr lang="en-US" dirty="0"/>
              <a:t>: Returns the current size (number of elements) of the stack</a:t>
            </a:r>
          </a:p>
          <a:p>
            <a:endParaRPr lang="en-US" b="1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A486BC7A-26DC-0677-E2B0-4B0FD42E9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287" y="5001491"/>
            <a:ext cx="1348191" cy="1749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1194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data structure&#10;&#10;Description automatically generated">
            <a:extLst>
              <a:ext uri="{FF2B5EF4-FFF2-40B4-BE49-F238E27FC236}">
                <a16:creationId xmlns:a16="http://schemas.microsoft.com/office/drawing/2014/main" id="{75424345-D94B-6F2E-C6F2-29A229517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32" y="-65785"/>
            <a:ext cx="10848545" cy="7057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6DE6DE-9DDA-D001-69E7-21AD5AEFC99A}"/>
              </a:ext>
            </a:extLst>
          </p:cNvPr>
          <p:cNvSpPr txBox="1"/>
          <p:nvPr/>
        </p:nvSpPr>
        <p:spPr>
          <a:xfrm>
            <a:off x="7467600" y="679010"/>
            <a:ext cx="3532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Slide taken from lesson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D4285B-64DB-772A-0AE7-86D3EE07F1B5}"/>
              </a:ext>
            </a:extLst>
          </p:cNvPr>
          <p:cNvSpPr/>
          <p:nvPr/>
        </p:nvSpPr>
        <p:spPr>
          <a:xfrm>
            <a:off x="6421582" y="5451764"/>
            <a:ext cx="1537854" cy="831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4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79C9-2C07-7293-FAB6-52314DEC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56065-6452-3517-C099-C3AFC1B6E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18" y="1707591"/>
            <a:ext cx="9046437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stack is a data structure where items can only be added or removed </a:t>
            </a:r>
            <a:r>
              <a:rPr lang="en-US" dirty="0"/>
              <a:t>from one end</a:t>
            </a:r>
          </a:p>
          <a:p>
            <a:pPr algn="just"/>
            <a:r>
              <a:rPr lang="en-US" altLang="en-US" dirty="0"/>
              <a:t>A stack is a LIFO (Last-In/First-Out) data structure</a:t>
            </a:r>
          </a:p>
          <a:p>
            <a:pPr algn="just"/>
            <a:endParaRPr lang="en-US" altLang="en-US" dirty="0"/>
          </a:p>
          <a:p>
            <a:pPr algn="just"/>
            <a:r>
              <a:rPr lang="en-US" dirty="0"/>
              <a:t>Operations:</a:t>
            </a:r>
          </a:p>
          <a:p>
            <a:pPr lvl="1" algn="just"/>
            <a:r>
              <a:rPr lang="en-US" b="1" dirty="0"/>
              <a:t>Push:</a:t>
            </a:r>
            <a:r>
              <a:rPr lang="en-US" dirty="0"/>
              <a:t> adds an item to the top</a:t>
            </a:r>
          </a:p>
          <a:p>
            <a:pPr lvl="1" algn="just"/>
            <a:r>
              <a:rPr lang="en-US" b="1" dirty="0"/>
              <a:t>Pop:</a:t>
            </a:r>
            <a:r>
              <a:rPr lang="en-US" dirty="0"/>
              <a:t> removes the top item and returns it</a:t>
            </a:r>
          </a:p>
          <a:p>
            <a:pPr lvl="1" algn="just"/>
            <a:r>
              <a:rPr lang="en-US" b="1" dirty="0"/>
              <a:t>Peek:</a:t>
            </a:r>
            <a:r>
              <a:rPr lang="en-US" dirty="0"/>
              <a:t> returns the top item without removing it</a:t>
            </a:r>
          </a:p>
          <a:p>
            <a:pPr lvl="1" algn="just"/>
            <a:r>
              <a:rPr lang="en-US" b="1" dirty="0" err="1"/>
              <a:t>IsEmpty</a:t>
            </a:r>
            <a:r>
              <a:rPr lang="en-US" b="1" dirty="0"/>
              <a:t>:</a:t>
            </a:r>
            <a:r>
              <a:rPr lang="en-US" dirty="0"/>
              <a:t> checks if the stack is empty</a:t>
            </a:r>
          </a:p>
          <a:p>
            <a:pPr lvl="1" algn="just"/>
            <a:r>
              <a:rPr lang="en-US" b="1" dirty="0"/>
              <a:t>Size:</a:t>
            </a:r>
            <a:r>
              <a:rPr lang="en-US" dirty="0"/>
              <a:t> returns the number of items in the stack</a:t>
            </a:r>
          </a:p>
        </p:txBody>
      </p:sp>
      <p:pic>
        <p:nvPicPr>
          <p:cNvPr id="7" name="Picture 6" descr="A diagram of a diagram of a push&#10;&#10;Description automatically generated">
            <a:extLst>
              <a:ext uri="{FF2B5EF4-FFF2-40B4-BE49-F238E27FC236}">
                <a16:creationId xmlns:a16="http://schemas.microsoft.com/office/drawing/2014/main" id="{CB0E44EC-10AF-2056-2630-52E3822AC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845" y="4472108"/>
            <a:ext cx="4391155" cy="2385892"/>
          </a:xfrm>
          <a:prstGeom prst="rect">
            <a:avLst/>
          </a:prstGeom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2E1DD3DB-67D7-1253-C515-8D983BA2D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1" y="365125"/>
            <a:ext cx="1719142" cy="2230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7946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1252-CBC6-D402-AFE1-A10A34B4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E9332-4262-FA17-017C-991C86593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279" y="1690688"/>
            <a:ext cx="10515600" cy="4871937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Use an array to store the elements of the stack and an integer to keep track of the current top of the stack</a:t>
            </a:r>
          </a:p>
          <a:p>
            <a:pPr lvl="1" algn="just"/>
            <a:r>
              <a:rPr lang="en-US" dirty="0"/>
              <a:t>You can call them stack and top</a:t>
            </a:r>
          </a:p>
          <a:p>
            <a:pPr lvl="1" algn="just"/>
            <a:endParaRPr lang="en-US" sz="1000" dirty="0"/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Implement error handling for cases such as:</a:t>
            </a:r>
          </a:p>
          <a:p>
            <a:pPr lvl="1" algn="just"/>
            <a:r>
              <a:rPr lang="en-US" dirty="0"/>
              <a:t>Popping from an empty stack</a:t>
            </a:r>
          </a:p>
          <a:p>
            <a:pPr lvl="1" algn="just"/>
            <a:r>
              <a:rPr lang="en-US" dirty="0"/>
              <a:t>Pushing to a full stack</a:t>
            </a:r>
          </a:p>
          <a:p>
            <a:pPr lvl="2" algn="just"/>
            <a:r>
              <a:rPr lang="en-US" dirty="0"/>
              <a:t>Avoid ‘Out of bound error’!</a:t>
            </a:r>
          </a:p>
          <a:p>
            <a:pPr lvl="1" algn="just"/>
            <a:endParaRPr lang="en-US" sz="1000" dirty="0"/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Write a main function to test the stack with the following sample operations:</a:t>
            </a:r>
          </a:p>
          <a:p>
            <a:pPr lvl="1" algn="just"/>
            <a:r>
              <a:rPr lang="en-US" dirty="0"/>
              <a:t>Push some values onto the stack</a:t>
            </a:r>
          </a:p>
          <a:p>
            <a:pPr lvl="1" algn="just"/>
            <a:r>
              <a:rPr lang="en-US" dirty="0"/>
              <a:t>Pop an element from the stack</a:t>
            </a:r>
          </a:p>
          <a:p>
            <a:pPr lvl="1" algn="just"/>
            <a:r>
              <a:rPr lang="en-US" dirty="0"/>
              <a:t>Peek at the top element</a:t>
            </a:r>
          </a:p>
          <a:p>
            <a:pPr lvl="1" algn="just"/>
            <a:r>
              <a:rPr lang="en-US" dirty="0"/>
              <a:t>Check if the stack is empty or full</a:t>
            </a:r>
          </a:p>
          <a:p>
            <a:pPr lvl="1" algn="just"/>
            <a:r>
              <a:rPr lang="en-US" dirty="0"/>
              <a:t>Display the size of the stack</a:t>
            </a:r>
          </a:p>
        </p:txBody>
      </p:sp>
    </p:spTree>
    <p:extLst>
      <p:ext uri="{BB962C8B-B14F-4D97-AF65-F5344CB8AC3E}">
        <p14:creationId xmlns:p14="http://schemas.microsoft.com/office/powerpoint/2010/main" val="244229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4EC9-0550-9331-CA43-F66EC2BE3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Skeleton of the program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73F127-1B76-EC26-B801-B25EC485C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69" y="1621174"/>
            <a:ext cx="5820331" cy="51396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30AD39-3C7B-155D-CC57-0314D943A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939" y="2715685"/>
            <a:ext cx="5442795" cy="37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2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73F827-6237-21BD-7BF9-CB1FAFA46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8BD44-2ED0-1D19-1184-228C8FB6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Now, it’s your turn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111D03-AB6C-AE00-9BC9-957AD1030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5" y="3643746"/>
            <a:ext cx="4486375" cy="2849130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8AABF1FC-92F0-C32B-3906-34364536BE5E}"/>
              </a:ext>
            </a:extLst>
          </p:cNvPr>
          <p:cNvSpPr txBox="1">
            <a:spLocks/>
          </p:cNvSpPr>
          <p:nvPr/>
        </p:nvSpPr>
        <p:spPr>
          <a:xfrm>
            <a:off x="5701145" y="1725108"/>
            <a:ext cx="597130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From </a:t>
            </a:r>
            <a:r>
              <a:rPr lang="en-US" b="1" dirty="0" err="1">
                <a:latin typeface="Dreaming Outloud Pro" panose="03050502040302030504" pitchFamily="66" charset="0"/>
                <a:cs typeface="Dreaming Outloud Pro" panose="03050502040302030504" pitchFamily="66" charset="0"/>
              </a:rPr>
              <a:t>SKeleton</a:t>
            </a:r>
            <a:r>
              <a:rPr lang="en-US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to C++</a:t>
            </a:r>
          </a:p>
        </p:txBody>
      </p:sp>
    </p:spTree>
    <p:extLst>
      <p:ext uri="{BB962C8B-B14F-4D97-AF65-F5344CB8AC3E}">
        <p14:creationId xmlns:p14="http://schemas.microsoft.com/office/powerpoint/2010/main" val="4115409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3919</Words>
  <Application>Microsoft Office PowerPoint</Application>
  <PresentationFormat>Widescreen</PresentationFormat>
  <Paragraphs>603</Paragraphs>
  <Slides>22</Slides>
  <Notes>14</Notes>
  <HiddenSlides>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Dreaming Outloud Pro</vt:lpstr>
      <vt:lpstr>Office Theme</vt:lpstr>
      <vt:lpstr>Introduction to Computer Science and Programming</vt:lpstr>
      <vt:lpstr>Today…</vt:lpstr>
      <vt:lpstr>Array</vt:lpstr>
      <vt:lpstr>Declaring and Initializing arrays</vt:lpstr>
      <vt:lpstr>Exercise 1: Sum of an Array and Print Array's Contents (Simple)</vt:lpstr>
      <vt:lpstr>Exercise 2: Count Occurrences of a Given Number in Array (Simple)</vt:lpstr>
      <vt:lpstr>Exercise 3: Frequent Element in Array (Simple)</vt:lpstr>
      <vt:lpstr>Exercise 4: Searching for an Element in an Array</vt:lpstr>
      <vt:lpstr>Always avoid shortcuts!</vt:lpstr>
      <vt:lpstr>Pseudocode</vt:lpstr>
      <vt:lpstr>Exercise 5: Selection sort</vt:lpstr>
      <vt:lpstr>Idea of the algorithm: Example</vt:lpstr>
      <vt:lpstr>Idea of the algorithm: Example</vt:lpstr>
      <vt:lpstr>Pseudocode </vt:lpstr>
      <vt:lpstr>Now, it’s your turn</vt:lpstr>
      <vt:lpstr>C++ code</vt:lpstr>
      <vt:lpstr>Exercise 6: Implement a Stack using an Array in C++</vt:lpstr>
      <vt:lpstr>PowerPoint Presentation</vt:lpstr>
      <vt:lpstr>Stack</vt:lpstr>
      <vt:lpstr>Suggestions</vt:lpstr>
      <vt:lpstr>Skeleton of the program</vt:lpstr>
      <vt:lpstr>Now, it’s your turn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Muhammad Mohsin</cp:lastModifiedBy>
  <cp:revision>463</cp:revision>
  <dcterms:created xsi:type="dcterms:W3CDTF">2018-08-24T21:11:55Z</dcterms:created>
  <dcterms:modified xsi:type="dcterms:W3CDTF">2026-03-05T11:05:17Z</dcterms:modified>
</cp:coreProperties>
</file>