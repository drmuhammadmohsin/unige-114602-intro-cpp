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37" r:id="rId3"/>
    <p:sldId id="437" r:id="rId4"/>
    <p:sldId id="450" r:id="rId5"/>
    <p:sldId id="451" r:id="rId6"/>
    <p:sldId id="452" r:id="rId7"/>
    <p:sldId id="454" r:id="rId8"/>
    <p:sldId id="449" r:id="rId9"/>
    <p:sldId id="444" r:id="rId10"/>
    <p:sldId id="445" r:id="rId11"/>
    <p:sldId id="453" r:id="rId12"/>
    <p:sldId id="45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F1444-32AF-40FF-87E2-E850AF2279DA}" v="63" dt="2026-03-12T09:04:17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58" autoAdjust="0"/>
    <p:restoredTop sz="83931" autoAdjust="0"/>
  </p:normalViewPr>
  <p:slideViewPr>
    <p:cSldViewPr snapToGrid="0" snapToObjects="1">
      <p:cViewPr varScale="1">
        <p:scale>
          <a:sx n="68" d="100"/>
          <a:sy n="68" d="100"/>
        </p:scale>
        <p:origin x="696" y="77"/>
      </p:cViewPr>
      <p:guideLst/>
    </p:cSldViewPr>
  </p:slideViewPr>
  <p:notesTextViewPr>
    <p:cViewPr>
      <p:scale>
        <a:sx n="75" d="100"/>
        <a:sy n="75" d="100"/>
      </p:scale>
      <p:origin x="0" y="-10051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ohsin" userId="df76b627-ce7c-4005-88dc-15e098f355fb" providerId="ADAL" clId="{3B62111D-8EFE-472B-9F97-00499F2BB5A4}"/>
    <pc:docChg chg="undo redo custSel addSld delSld modSld">
      <pc:chgData name="Muhammad Mohsin" userId="df76b627-ce7c-4005-88dc-15e098f355fb" providerId="ADAL" clId="{3B62111D-8EFE-472B-9F97-00499F2BB5A4}" dt="2026-03-12T09:04:03.147" v="728" actId="20577"/>
      <pc:docMkLst>
        <pc:docMk/>
      </pc:docMkLst>
      <pc:sldChg chg="modSp mod">
        <pc:chgData name="Muhammad Mohsin" userId="df76b627-ce7c-4005-88dc-15e098f355fb" providerId="ADAL" clId="{3B62111D-8EFE-472B-9F97-00499F2BB5A4}" dt="2026-03-11T21:37:02.122" v="83" actId="27636"/>
        <pc:sldMkLst>
          <pc:docMk/>
          <pc:sldMk cId="2818482663" sldId="256"/>
        </pc:sldMkLst>
        <pc:spChg chg="mod">
          <ac:chgData name="Muhammad Mohsin" userId="df76b627-ce7c-4005-88dc-15e098f355fb" providerId="ADAL" clId="{3B62111D-8EFE-472B-9F97-00499F2BB5A4}" dt="2026-03-11T21:37:02.122" v="83" actId="27636"/>
          <ac:spMkLst>
            <pc:docMk/>
            <pc:sldMk cId="2818482663" sldId="256"/>
            <ac:spMk id="3" creationId="{305C8C55-FA11-A041-9D33-F4E3D0C999CF}"/>
          </ac:spMkLst>
        </pc:spChg>
      </pc:sldChg>
      <pc:sldChg chg="del">
        <pc:chgData name="Muhammad Mohsin" userId="df76b627-ce7c-4005-88dc-15e098f355fb" providerId="ADAL" clId="{3B62111D-8EFE-472B-9F97-00499F2BB5A4}" dt="2026-03-11T22:28:57.021" v="245" actId="47"/>
        <pc:sldMkLst>
          <pc:docMk/>
          <pc:sldMk cId="3669049540" sldId="261"/>
        </pc:sldMkLst>
      </pc:sldChg>
      <pc:sldChg chg="addSp delSp modSp mod">
        <pc:chgData name="Muhammad Mohsin" userId="df76b627-ce7c-4005-88dc-15e098f355fb" providerId="ADAL" clId="{3B62111D-8EFE-472B-9F97-00499F2BB5A4}" dt="2026-03-12T08:38:32.015" v="727" actId="20577"/>
        <pc:sldMkLst>
          <pc:docMk/>
          <pc:sldMk cId="2915504808" sldId="337"/>
        </pc:sldMkLst>
        <pc:spChg chg="mod">
          <ac:chgData name="Muhammad Mohsin" userId="df76b627-ce7c-4005-88dc-15e098f355fb" providerId="ADAL" clId="{3B62111D-8EFE-472B-9F97-00499F2BB5A4}" dt="2026-03-12T08:38:32.015" v="727" actId="20577"/>
          <ac:spMkLst>
            <pc:docMk/>
            <pc:sldMk cId="2915504808" sldId="337"/>
            <ac:spMk id="3" creationId="{3401FB08-0D9A-744A-A038-1F1CE70734E6}"/>
          </ac:spMkLst>
        </pc:spChg>
        <pc:picChg chg="add del mod">
          <ac:chgData name="Muhammad Mohsin" userId="df76b627-ce7c-4005-88dc-15e098f355fb" providerId="ADAL" clId="{3B62111D-8EFE-472B-9F97-00499F2BB5A4}" dt="2026-03-11T21:38:12.362" v="87" actId="478"/>
          <ac:picMkLst>
            <pc:docMk/>
            <pc:sldMk cId="2915504808" sldId="337"/>
            <ac:picMk id="4" creationId="{48DF1530-7F3A-1AA6-27E2-6F6CBF856A4C}"/>
          </ac:picMkLst>
        </pc:picChg>
        <pc:picChg chg="add mod">
          <ac:chgData name="Muhammad Mohsin" userId="df76b627-ce7c-4005-88dc-15e098f355fb" providerId="ADAL" clId="{3B62111D-8EFE-472B-9F97-00499F2BB5A4}" dt="2026-03-11T22:05:17.282" v="89" actId="1076"/>
          <ac:picMkLst>
            <pc:docMk/>
            <pc:sldMk cId="2915504808" sldId="337"/>
            <ac:picMk id="6" creationId="{AF24F0A6-6829-2461-ED3A-DB210BB0CE7C}"/>
          </ac:picMkLst>
        </pc:picChg>
        <pc:picChg chg="del">
          <ac:chgData name="Muhammad Mohsin" userId="df76b627-ce7c-4005-88dc-15e098f355fb" providerId="ADAL" clId="{3B62111D-8EFE-472B-9F97-00499F2BB5A4}" dt="2026-03-11T21:37:56.617" v="84" actId="478"/>
          <ac:picMkLst>
            <pc:docMk/>
            <pc:sldMk cId="2915504808" sldId="337"/>
            <ac:picMk id="8" creationId="{8CE3E4ED-9A03-6680-C214-6FB48DC9F126}"/>
          </ac:picMkLst>
        </pc:picChg>
      </pc:sldChg>
      <pc:sldChg chg="addSp delSp modSp mod">
        <pc:chgData name="Muhammad Mohsin" userId="df76b627-ce7c-4005-88dc-15e098f355fb" providerId="ADAL" clId="{3B62111D-8EFE-472B-9F97-00499F2BB5A4}" dt="2026-03-11T23:12:07.096" v="265" actId="1076"/>
        <pc:sldMkLst>
          <pc:docMk/>
          <pc:sldMk cId="1522195308" sldId="437"/>
        </pc:sldMkLst>
        <pc:spChg chg="add mod">
          <ac:chgData name="Muhammad Mohsin" userId="df76b627-ce7c-4005-88dc-15e098f355fb" providerId="ADAL" clId="{3B62111D-8EFE-472B-9F97-00499F2BB5A4}" dt="2026-03-11T23:12:07.096" v="265" actId="1076"/>
          <ac:spMkLst>
            <pc:docMk/>
            <pc:sldMk cId="1522195308" sldId="437"/>
            <ac:spMk id="2" creationId="{744DD166-6D7B-91DF-AA9E-82AE5E2122B8}"/>
          </ac:spMkLst>
        </pc:spChg>
        <pc:spChg chg="mod">
          <ac:chgData name="Muhammad Mohsin" userId="df76b627-ce7c-4005-88dc-15e098f355fb" providerId="ADAL" clId="{3B62111D-8EFE-472B-9F97-00499F2BB5A4}" dt="2026-03-11T22:24:19.788" v="194" actId="20577"/>
          <ac:spMkLst>
            <pc:docMk/>
            <pc:sldMk cId="1522195308" sldId="437"/>
            <ac:spMk id="7" creationId="{FECAE0A7-0B89-8120-9325-6028752B494E}"/>
          </ac:spMkLst>
        </pc:spChg>
        <pc:picChg chg="del">
          <ac:chgData name="Muhammad Mohsin" userId="df76b627-ce7c-4005-88dc-15e098f355fb" providerId="ADAL" clId="{3B62111D-8EFE-472B-9F97-00499F2BB5A4}" dt="2026-03-11T22:08:30.054" v="116" actId="478"/>
          <ac:picMkLst>
            <pc:docMk/>
            <pc:sldMk cId="1522195308" sldId="437"/>
            <ac:picMk id="5" creationId="{109300F0-B559-44E4-1A2E-2204EE076AC7}"/>
          </ac:picMkLst>
        </pc:picChg>
        <pc:picChg chg="add mod">
          <ac:chgData name="Muhammad Mohsin" userId="df76b627-ce7c-4005-88dc-15e098f355fb" providerId="ADAL" clId="{3B62111D-8EFE-472B-9F97-00499F2BB5A4}" dt="2026-03-11T22:24:13.438" v="190" actId="1076"/>
          <ac:picMkLst>
            <pc:docMk/>
            <pc:sldMk cId="1522195308" sldId="437"/>
            <ac:picMk id="1026" creationId="{A98FA2D3-6372-29F9-0BFF-8F650EB9E45E}"/>
          </ac:picMkLst>
        </pc:picChg>
      </pc:sldChg>
      <pc:sldChg chg="del">
        <pc:chgData name="Muhammad Mohsin" userId="df76b627-ce7c-4005-88dc-15e098f355fb" providerId="ADAL" clId="{3B62111D-8EFE-472B-9F97-00499F2BB5A4}" dt="2026-03-11T23:02:23.676" v="246" actId="2696"/>
        <pc:sldMkLst>
          <pc:docMk/>
          <pc:sldMk cId="2257331999" sldId="438"/>
        </pc:sldMkLst>
      </pc:sldChg>
      <pc:sldChg chg="del">
        <pc:chgData name="Muhammad Mohsin" userId="df76b627-ce7c-4005-88dc-15e098f355fb" providerId="ADAL" clId="{3B62111D-8EFE-472B-9F97-00499F2BB5A4}" dt="2026-03-11T23:02:23.676" v="246" actId="2696"/>
        <pc:sldMkLst>
          <pc:docMk/>
          <pc:sldMk cId="2056082785" sldId="439"/>
        </pc:sldMkLst>
      </pc:sldChg>
      <pc:sldChg chg="del">
        <pc:chgData name="Muhammad Mohsin" userId="df76b627-ce7c-4005-88dc-15e098f355fb" providerId="ADAL" clId="{3B62111D-8EFE-472B-9F97-00499F2BB5A4}" dt="2026-03-11T23:02:23.676" v="246" actId="2696"/>
        <pc:sldMkLst>
          <pc:docMk/>
          <pc:sldMk cId="4112083810" sldId="440"/>
        </pc:sldMkLst>
      </pc:sldChg>
      <pc:sldChg chg="del">
        <pc:chgData name="Muhammad Mohsin" userId="df76b627-ce7c-4005-88dc-15e098f355fb" providerId="ADAL" clId="{3B62111D-8EFE-472B-9F97-00499F2BB5A4}" dt="2026-03-11T23:02:23.676" v="246" actId="2696"/>
        <pc:sldMkLst>
          <pc:docMk/>
          <pc:sldMk cId="1155664159" sldId="441"/>
        </pc:sldMkLst>
      </pc:sldChg>
      <pc:sldChg chg="del">
        <pc:chgData name="Muhammad Mohsin" userId="df76b627-ce7c-4005-88dc-15e098f355fb" providerId="ADAL" clId="{3B62111D-8EFE-472B-9F97-00499F2BB5A4}" dt="2026-03-11T23:03:24.639" v="248" actId="2696"/>
        <pc:sldMkLst>
          <pc:docMk/>
          <pc:sldMk cId="188661279" sldId="442"/>
        </pc:sldMkLst>
      </pc:sldChg>
      <pc:sldChg chg="del">
        <pc:chgData name="Muhammad Mohsin" userId="df76b627-ce7c-4005-88dc-15e098f355fb" providerId="ADAL" clId="{3B62111D-8EFE-472B-9F97-00499F2BB5A4}" dt="2026-03-11T23:02:23.676" v="246" actId="2696"/>
        <pc:sldMkLst>
          <pc:docMk/>
          <pc:sldMk cId="2228401228" sldId="443"/>
        </pc:sldMkLst>
      </pc:sldChg>
      <pc:sldChg chg="modSp mod">
        <pc:chgData name="Muhammad Mohsin" userId="df76b627-ce7c-4005-88dc-15e098f355fb" providerId="ADAL" clId="{3B62111D-8EFE-472B-9F97-00499F2BB5A4}" dt="2026-03-12T08:37:58.224" v="713" actId="20577"/>
        <pc:sldMkLst>
          <pc:docMk/>
          <pc:sldMk cId="3162858995" sldId="444"/>
        </pc:sldMkLst>
        <pc:spChg chg="mod">
          <ac:chgData name="Muhammad Mohsin" userId="df76b627-ce7c-4005-88dc-15e098f355fb" providerId="ADAL" clId="{3B62111D-8EFE-472B-9F97-00499F2BB5A4}" dt="2026-03-12T08:37:58.224" v="713" actId="20577"/>
          <ac:spMkLst>
            <pc:docMk/>
            <pc:sldMk cId="3162858995" sldId="444"/>
            <ac:spMk id="2" creationId="{EA70486A-4CE4-5E5B-6F8D-B8305DBA4B05}"/>
          </ac:spMkLst>
        </pc:spChg>
      </pc:sldChg>
      <pc:sldChg chg="del">
        <pc:chgData name="Muhammad Mohsin" userId="df76b627-ce7c-4005-88dc-15e098f355fb" providerId="ADAL" clId="{3B62111D-8EFE-472B-9F97-00499F2BB5A4}" dt="2026-03-12T00:22:41.537" v="526" actId="2696"/>
        <pc:sldMkLst>
          <pc:docMk/>
          <pc:sldMk cId="660043457" sldId="446"/>
        </pc:sldMkLst>
      </pc:sldChg>
      <pc:sldChg chg="del">
        <pc:chgData name="Muhammad Mohsin" userId="df76b627-ce7c-4005-88dc-15e098f355fb" providerId="ADAL" clId="{3B62111D-8EFE-472B-9F97-00499F2BB5A4}" dt="2026-03-11T23:03:20.358" v="247" actId="2696"/>
        <pc:sldMkLst>
          <pc:docMk/>
          <pc:sldMk cId="937131797" sldId="447"/>
        </pc:sldMkLst>
      </pc:sldChg>
      <pc:sldChg chg="del">
        <pc:chgData name="Muhammad Mohsin" userId="df76b627-ce7c-4005-88dc-15e098f355fb" providerId="ADAL" clId="{3B62111D-8EFE-472B-9F97-00499F2BB5A4}" dt="2026-03-11T23:03:20.358" v="247" actId="2696"/>
        <pc:sldMkLst>
          <pc:docMk/>
          <pc:sldMk cId="3748892451" sldId="448"/>
        </pc:sldMkLst>
      </pc:sldChg>
      <pc:sldChg chg="addSp modSp add mod">
        <pc:chgData name="Muhammad Mohsin" userId="df76b627-ce7c-4005-88dc-15e098f355fb" providerId="ADAL" clId="{3B62111D-8EFE-472B-9F97-00499F2BB5A4}" dt="2026-03-11T23:11:45.760" v="264" actId="1076"/>
        <pc:sldMkLst>
          <pc:docMk/>
          <pc:sldMk cId="2992162926" sldId="449"/>
        </pc:sldMkLst>
        <pc:spChg chg="add mod">
          <ac:chgData name="Muhammad Mohsin" userId="df76b627-ce7c-4005-88dc-15e098f355fb" providerId="ADAL" clId="{3B62111D-8EFE-472B-9F97-00499F2BB5A4}" dt="2026-03-11T23:11:45.760" v="264" actId="1076"/>
          <ac:spMkLst>
            <pc:docMk/>
            <pc:sldMk cId="2992162926" sldId="449"/>
            <ac:spMk id="2" creationId="{90C36E00-DA10-5C47-CBB0-3D9F17C36A09}"/>
          </ac:spMkLst>
        </pc:spChg>
        <pc:spChg chg="mod">
          <ac:chgData name="Muhammad Mohsin" userId="df76b627-ce7c-4005-88dc-15e098f355fb" providerId="ADAL" clId="{3B62111D-8EFE-472B-9F97-00499F2BB5A4}" dt="2026-03-11T23:11:39.092" v="263" actId="1076"/>
          <ac:spMkLst>
            <pc:docMk/>
            <pc:sldMk cId="2992162926" sldId="449"/>
            <ac:spMk id="7" creationId="{95300EA6-B622-12A8-0F59-62AF15086131}"/>
          </ac:spMkLst>
        </pc:spChg>
        <pc:picChg chg="mod">
          <ac:chgData name="Muhammad Mohsin" userId="df76b627-ce7c-4005-88dc-15e098f355fb" providerId="ADAL" clId="{3B62111D-8EFE-472B-9F97-00499F2BB5A4}" dt="2026-03-11T23:11:09.262" v="260" actId="1076"/>
          <ac:picMkLst>
            <pc:docMk/>
            <pc:sldMk cId="2992162926" sldId="449"/>
            <ac:picMk id="5" creationId="{E5D41949-5B90-DDE7-DDAA-B5F37D6F105E}"/>
          </ac:picMkLst>
        </pc:picChg>
      </pc:sldChg>
      <pc:sldChg chg="addSp delSp modSp add mod setBg">
        <pc:chgData name="Muhammad Mohsin" userId="df76b627-ce7c-4005-88dc-15e098f355fb" providerId="ADAL" clId="{3B62111D-8EFE-472B-9F97-00499F2BB5A4}" dt="2026-03-11T23:05:53.314" v="250" actId="1076"/>
        <pc:sldMkLst>
          <pc:docMk/>
          <pc:sldMk cId="3301646305" sldId="450"/>
        </pc:sldMkLst>
        <pc:spChg chg="del mod">
          <ac:chgData name="Muhammad Mohsin" userId="df76b627-ce7c-4005-88dc-15e098f355fb" providerId="ADAL" clId="{3B62111D-8EFE-472B-9F97-00499F2BB5A4}" dt="2026-03-11T22:28:12.233" v="240" actId="478"/>
          <ac:spMkLst>
            <pc:docMk/>
            <pc:sldMk cId="3301646305" sldId="450"/>
            <ac:spMk id="2" creationId="{2E58D89D-E166-015C-C56A-376E65DA095E}"/>
          </ac:spMkLst>
        </pc:spChg>
        <pc:spChg chg="add del">
          <ac:chgData name="Muhammad Mohsin" userId="df76b627-ce7c-4005-88dc-15e098f355fb" providerId="ADAL" clId="{3B62111D-8EFE-472B-9F97-00499F2BB5A4}" dt="2026-03-11T22:26:05.301" v="224" actId="22"/>
          <ac:spMkLst>
            <pc:docMk/>
            <pc:sldMk cId="3301646305" sldId="450"/>
            <ac:spMk id="4" creationId="{BA99C501-40DF-D429-7EB7-E6A4E5E08D7D}"/>
          </ac:spMkLst>
        </pc:spChg>
        <pc:spChg chg="del mod">
          <ac:chgData name="Muhammad Mohsin" userId="df76b627-ce7c-4005-88dc-15e098f355fb" providerId="ADAL" clId="{3B62111D-8EFE-472B-9F97-00499F2BB5A4}" dt="2026-03-11T22:25:27.495" v="222"/>
          <ac:spMkLst>
            <pc:docMk/>
            <pc:sldMk cId="3301646305" sldId="450"/>
            <ac:spMk id="7" creationId="{0A052268-9005-D8EB-DF4F-B9AC960F36C4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8" creationId="{F3060C83-F051-4F0E-ABAD-AA0DFC48B218}"/>
          </ac:spMkLst>
        </pc:spChg>
        <pc:spChg chg="add del mod">
          <ac:chgData name="Muhammad Mohsin" userId="df76b627-ce7c-4005-88dc-15e098f355fb" providerId="ADAL" clId="{3B62111D-8EFE-472B-9F97-00499F2BB5A4}" dt="2026-03-11T22:28:14.636" v="241" actId="478"/>
          <ac:spMkLst>
            <pc:docMk/>
            <pc:sldMk cId="3301646305" sldId="450"/>
            <ac:spMk id="9" creationId="{3FB06B2D-4C01-1BEE-65CB-26D953F8B1D8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10" creationId="{83C98ABE-055B-441F-B07E-44F97F083C39}"/>
          </ac:spMkLst>
        </pc:spChg>
        <pc:spChg chg="add del">
          <ac:chgData name="Muhammad Mohsin" userId="df76b627-ce7c-4005-88dc-15e098f355fb" providerId="ADAL" clId="{3B62111D-8EFE-472B-9F97-00499F2BB5A4}" dt="2026-03-11T22:27:10.349" v="227" actId="26606"/>
          <ac:spMkLst>
            <pc:docMk/>
            <pc:sldMk cId="3301646305" sldId="450"/>
            <ac:spMk id="11" creationId="{A4AC5506-6312-4701-8D3C-40187889A947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12" creationId="{29FDB030-9B49-4CED-8CCD-4D99382388AC}"/>
          </ac:spMkLst>
        </pc:spChg>
        <pc:spChg chg="add del">
          <ac:chgData name="Muhammad Mohsin" userId="df76b627-ce7c-4005-88dc-15e098f355fb" providerId="ADAL" clId="{3B62111D-8EFE-472B-9F97-00499F2BB5A4}" dt="2026-03-11T22:27:15.879" v="229" actId="26606"/>
          <ac:spMkLst>
            <pc:docMk/>
            <pc:sldMk cId="3301646305" sldId="450"/>
            <ac:spMk id="13" creationId="{921DB988-49FC-4608-B0A2-E2F3A4019041}"/>
          </ac:spMkLst>
        </pc:spChg>
        <pc:spChg chg="add del">
          <ac:chgData name="Muhammad Mohsin" userId="df76b627-ce7c-4005-88dc-15e098f355fb" providerId="ADAL" clId="{3B62111D-8EFE-472B-9F97-00499F2BB5A4}" dt="2026-03-11T22:27:15.879" v="229" actId="26606"/>
          <ac:spMkLst>
            <pc:docMk/>
            <pc:sldMk cId="3301646305" sldId="450"/>
            <ac:spMk id="14" creationId="{23D09407-53BC-485E-B4CE-BC5E4FC4B25B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16" creationId="{FF9F2414-84E8-453E-B1F3-389FDE8192D9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17" creationId="{3783CA14-24A1-485C-8B30-D6A5D87987AD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19" creationId="{9A97C86A-04D6-40F7-AE84-31AB43E6A846}"/>
          </ac:spMkLst>
        </pc:spChg>
        <pc:spChg chg="add">
          <ac:chgData name="Muhammad Mohsin" userId="df76b627-ce7c-4005-88dc-15e098f355fb" providerId="ADAL" clId="{3B62111D-8EFE-472B-9F97-00499F2BB5A4}" dt="2026-03-11T22:28:28.331" v="244" actId="26606"/>
          <ac:spMkLst>
            <pc:docMk/>
            <pc:sldMk cId="3301646305" sldId="450"/>
            <ac:spMk id="23" creationId="{3ECA69A1-7536-43AC-85EF-C7106179F5ED}"/>
          </ac:spMkLst>
        </pc:spChg>
        <pc:grpChg chg="add del">
          <ac:chgData name="Muhammad Mohsin" userId="df76b627-ce7c-4005-88dc-15e098f355fb" providerId="ADAL" clId="{3B62111D-8EFE-472B-9F97-00499F2BB5A4}" dt="2026-03-11T22:27:15.879" v="229" actId="26606"/>
          <ac:grpSpMkLst>
            <pc:docMk/>
            <pc:sldMk cId="3301646305" sldId="450"/>
            <ac:grpSpMk id="15" creationId="{E9B930FD-8671-4C4C-ADCF-73AC1D0CD417}"/>
          </ac:grpSpMkLst>
        </pc:grpChg>
        <pc:grpChg chg="add del">
          <ac:chgData name="Muhammad Mohsin" userId="df76b627-ce7c-4005-88dc-15e098f355fb" providerId="ADAL" clId="{3B62111D-8EFE-472B-9F97-00499F2BB5A4}" dt="2026-03-11T22:27:15.879" v="229" actId="26606"/>
          <ac:grpSpMkLst>
            <pc:docMk/>
            <pc:sldMk cId="3301646305" sldId="450"/>
            <ac:grpSpMk id="21" creationId="{383C2651-AE0C-4AE4-8725-E2F9414FE219}"/>
          </ac:grpSpMkLst>
        </pc:grpChg>
        <pc:picChg chg="add del mod">
          <ac:chgData name="Muhammad Mohsin" userId="df76b627-ce7c-4005-88dc-15e098f355fb" providerId="ADAL" clId="{3B62111D-8EFE-472B-9F97-00499F2BB5A4}" dt="2026-03-11T23:05:53.314" v="250" actId="1076"/>
          <ac:picMkLst>
            <pc:docMk/>
            <pc:sldMk cId="3301646305" sldId="450"/>
            <ac:picMk id="6" creationId="{6775E6C7-61CD-6E53-8A11-EDE2AFC3135E}"/>
          </ac:picMkLst>
        </pc:picChg>
        <pc:picChg chg="del">
          <ac:chgData name="Muhammad Mohsin" userId="df76b627-ce7c-4005-88dc-15e098f355fb" providerId="ADAL" clId="{3B62111D-8EFE-472B-9F97-00499F2BB5A4}" dt="2026-03-11T22:25:27.455" v="220" actId="478"/>
          <ac:picMkLst>
            <pc:docMk/>
            <pc:sldMk cId="3301646305" sldId="450"/>
            <ac:picMk id="1026" creationId="{93911955-A2E7-069E-8903-DD46D1181C81}"/>
          </ac:picMkLst>
        </pc:picChg>
      </pc:sldChg>
      <pc:sldChg chg="modSp add mod modNotesTx">
        <pc:chgData name="Muhammad Mohsin" userId="df76b627-ce7c-4005-88dc-15e098f355fb" providerId="ADAL" clId="{3B62111D-8EFE-472B-9F97-00499F2BB5A4}" dt="2026-03-12T07:47:13.984" v="678" actId="20577"/>
        <pc:sldMkLst>
          <pc:docMk/>
          <pc:sldMk cId="2344538348" sldId="451"/>
        </pc:sldMkLst>
        <pc:spChg chg="mod">
          <ac:chgData name="Muhammad Mohsin" userId="df76b627-ce7c-4005-88dc-15e098f355fb" providerId="ADAL" clId="{3B62111D-8EFE-472B-9F97-00499F2BB5A4}" dt="2026-03-12T00:33:22.476" v="639" actId="20577"/>
          <ac:spMkLst>
            <pc:docMk/>
            <pc:sldMk cId="2344538348" sldId="451"/>
            <ac:spMk id="2" creationId="{E6E55416-8D09-1181-89EF-B0B52F38A3FD}"/>
          </ac:spMkLst>
        </pc:spChg>
      </pc:sldChg>
      <pc:sldChg chg="addSp delSp modSp add del mod">
        <pc:chgData name="Muhammad Mohsin" userId="df76b627-ce7c-4005-88dc-15e098f355fb" providerId="ADAL" clId="{3B62111D-8EFE-472B-9F97-00499F2BB5A4}" dt="2026-03-12T00:33:07.096" v="636" actId="2696"/>
        <pc:sldMkLst>
          <pc:docMk/>
          <pc:sldMk cId="3984862482" sldId="451"/>
        </pc:sldMkLst>
        <pc:spChg chg="mod">
          <ac:chgData name="Muhammad Mohsin" userId="df76b627-ce7c-4005-88dc-15e098f355fb" providerId="ADAL" clId="{3B62111D-8EFE-472B-9F97-00499F2BB5A4}" dt="2026-03-11T23:31:23.097" v="302"/>
          <ac:spMkLst>
            <pc:docMk/>
            <pc:sldMk cId="3984862482" sldId="451"/>
            <ac:spMk id="2" creationId="{E6E55416-8D09-1181-89EF-B0B52F38A3FD}"/>
          </ac:spMkLst>
        </pc:spChg>
        <pc:spChg chg="mod">
          <ac:chgData name="Muhammad Mohsin" userId="df76b627-ce7c-4005-88dc-15e098f355fb" providerId="ADAL" clId="{3B62111D-8EFE-472B-9F97-00499F2BB5A4}" dt="2026-03-12T00:19:40.496" v="505" actId="27636"/>
          <ac:spMkLst>
            <pc:docMk/>
            <pc:sldMk cId="3984862482" sldId="451"/>
            <ac:spMk id="3" creationId="{3AC51FBD-F8E8-AED4-FE3A-6C893DAF8AB5}"/>
          </ac:spMkLst>
        </pc:spChg>
        <pc:spChg chg="del">
          <ac:chgData name="Muhammad Mohsin" userId="df76b627-ce7c-4005-88dc-15e098f355fb" providerId="ADAL" clId="{3B62111D-8EFE-472B-9F97-00499F2BB5A4}" dt="2026-03-11T23:29:36.744" v="291" actId="478"/>
          <ac:spMkLst>
            <pc:docMk/>
            <pc:sldMk cId="3984862482" sldId="451"/>
            <ac:spMk id="7" creationId="{338D11F0-ACA8-A37F-93DE-52C1EE7E7CD9}"/>
          </ac:spMkLst>
        </pc:spChg>
        <pc:graphicFrameChg chg="add mod modGraphic">
          <ac:chgData name="Muhammad Mohsin" userId="df76b627-ce7c-4005-88dc-15e098f355fb" providerId="ADAL" clId="{3B62111D-8EFE-472B-9F97-00499F2BB5A4}" dt="2026-03-12T00:22:03.238" v="525" actId="207"/>
          <ac:graphicFrameMkLst>
            <pc:docMk/>
            <pc:sldMk cId="3984862482" sldId="451"/>
            <ac:graphicFrameMk id="6" creationId="{65757886-DE15-3130-A58D-CC823C36B614}"/>
          </ac:graphicFrameMkLst>
        </pc:graphicFrameChg>
        <pc:picChg chg="mod">
          <ac:chgData name="Muhammad Mohsin" userId="df76b627-ce7c-4005-88dc-15e098f355fb" providerId="ADAL" clId="{3B62111D-8EFE-472B-9F97-00499F2BB5A4}" dt="2026-03-12T00:20:59.417" v="513" actId="1076"/>
          <ac:picMkLst>
            <pc:docMk/>
            <pc:sldMk cId="3984862482" sldId="451"/>
            <ac:picMk id="4" creationId="{BEA80724-ADC0-CCC2-39DA-8E2BA36AED5A}"/>
          </ac:picMkLst>
        </pc:picChg>
        <pc:picChg chg="del">
          <ac:chgData name="Muhammad Mohsin" userId="df76b627-ce7c-4005-88dc-15e098f355fb" providerId="ADAL" clId="{3B62111D-8EFE-472B-9F97-00499F2BB5A4}" dt="2026-03-11T23:29:33.469" v="290" actId="478"/>
          <ac:picMkLst>
            <pc:docMk/>
            <pc:sldMk cId="3984862482" sldId="451"/>
            <ac:picMk id="5" creationId="{EC82174B-782C-385C-4969-87D06780BF23}"/>
          </ac:picMkLst>
        </pc:picChg>
      </pc:sldChg>
      <pc:sldChg chg="addSp delSp modSp add del mod">
        <pc:chgData name="Muhammad Mohsin" userId="df76b627-ce7c-4005-88dc-15e098f355fb" providerId="ADAL" clId="{3B62111D-8EFE-472B-9F97-00499F2BB5A4}" dt="2026-03-12T00:33:07.096" v="636" actId="2696"/>
        <pc:sldMkLst>
          <pc:docMk/>
          <pc:sldMk cId="1216470732" sldId="452"/>
        </pc:sldMkLst>
        <pc:spChg chg="mod">
          <ac:chgData name="Muhammad Mohsin" userId="df76b627-ce7c-4005-88dc-15e098f355fb" providerId="ADAL" clId="{3B62111D-8EFE-472B-9F97-00499F2BB5A4}" dt="2026-03-11T23:37:18.716" v="350" actId="20577"/>
          <ac:spMkLst>
            <pc:docMk/>
            <pc:sldMk cId="1216470732" sldId="452"/>
            <ac:spMk id="2" creationId="{7CA25ADB-6EE8-FD97-EBA6-2717929DDD4C}"/>
          </ac:spMkLst>
        </pc:spChg>
        <pc:spChg chg="add del mod">
          <ac:chgData name="Muhammad Mohsin" userId="df76b627-ce7c-4005-88dc-15e098f355fb" providerId="ADAL" clId="{3B62111D-8EFE-472B-9F97-00499F2BB5A4}" dt="2026-03-11T23:47:14.795" v="366" actId="14100"/>
          <ac:spMkLst>
            <pc:docMk/>
            <pc:sldMk cId="1216470732" sldId="452"/>
            <ac:spMk id="3" creationId="{C2953027-D89F-BDA5-A532-1B53D0F409BE}"/>
          </ac:spMkLst>
        </pc:spChg>
        <pc:graphicFrameChg chg="add mod">
          <ac:chgData name="Muhammad Mohsin" userId="df76b627-ce7c-4005-88dc-15e098f355fb" providerId="ADAL" clId="{3B62111D-8EFE-472B-9F97-00499F2BB5A4}" dt="2026-03-11T23:36:04.659" v="328"/>
          <ac:graphicFrameMkLst>
            <pc:docMk/>
            <pc:sldMk cId="1216470732" sldId="452"/>
            <ac:graphicFrameMk id="5" creationId="{59193A13-AC97-912A-0E32-0236DB72F93A}"/>
          </ac:graphicFrameMkLst>
        </pc:graphicFrameChg>
        <pc:graphicFrameChg chg="add mod">
          <ac:chgData name="Muhammad Mohsin" userId="df76b627-ce7c-4005-88dc-15e098f355fb" providerId="ADAL" clId="{3B62111D-8EFE-472B-9F97-00499F2BB5A4}" dt="2026-03-11T23:36:10.903" v="331"/>
          <ac:graphicFrameMkLst>
            <pc:docMk/>
            <pc:sldMk cId="1216470732" sldId="452"/>
            <ac:graphicFrameMk id="6" creationId="{65F00678-5AA7-A0A1-F416-CEE12214C478}"/>
          </ac:graphicFrameMkLst>
        </pc:graphicFrameChg>
        <pc:graphicFrameChg chg="add mod">
          <ac:chgData name="Muhammad Mohsin" userId="df76b627-ce7c-4005-88dc-15e098f355fb" providerId="ADAL" clId="{3B62111D-8EFE-472B-9F97-00499F2BB5A4}" dt="2026-03-11T23:36:25.960" v="333"/>
          <ac:graphicFrameMkLst>
            <pc:docMk/>
            <pc:sldMk cId="1216470732" sldId="452"/>
            <ac:graphicFrameMk id="7" creationId="{4475731D-6737-B0D3-D735-B90A6BE6C13C}"/>
          </ac:graphicFrameMkLst>
        </pc:graphicFrameChg>
        <pc:picChg chg="del">
          <ac:chgData name="Muhammad Mohsin" userId="df76b627-ce7c-4005-88dc-15e098f355fb" providerId="ADAL" clId="{3B62111D-8EFE-472B-9F97-00499F2BB5A4}" dt="2026-03-11T23:46:15.124" v="361" actId="478"/>
          <ac:picMkLst>
            <pc:docMk/>
            <pc:sldMk cId="1216470732" sldId="452"/>
            <ac:picMk id="4" creationId="{196E079E-35C6-A8C9-D7BA-674EC4E4C0EA}"/>
          </ac:picMkLst>
        </pc:picChg>
        <pc:picChg chg="add mod">
          <ac:chgData name="Muhammad Mohsin" userId="df76b627-ce7c-4005-88dc-15e098f355fb" providerId="ADAL" clId="{3B62111D-8EFE-472B-9F97-00499F2BB5A4}" dt="2026-03-12T00:23:10.696" v="528" actId="1076"/>
          <ac:picMkLst>
            <pc:docMk/>
            <pc:sldMk cId="1216470732" sldId="452"/>
            <ac:picMk id="8" creationId="{7BA259C5-F16A-4AAC-4C8A-C5C793748D18}"/>
          </ac:picMkLst>
        </pc:picChg>
      </pc:sldChg>
      <pc:sldChg chg="modSp add mod modNotesTx">
        <pc:chgData name="Muhammad Mohsin" userId="df76b627-ce7c-4005-88dc-15e098f355fb" providerId="ADAL" clId="{3B62111D-8EFE-472B-9F97-00499F2BB5A4}" dt="2026-03-12T07:47:19.639" v="679" actId="20577"/>
        <pc:sldMkLst>
          <pc:docMk/>
          <pc:sldMk cId="2387376009" sldId="452"/>
        </pc:sldMkLst>
        <pc:spChg chg="mod">
          <ac:chgData name="Muhammad Mohsin" userId="df76b627-ce7c-4005-88dc-15e098f355fb" providerId="ADAL" clId="{3B62111D-8EFE-472B-9F97-00499F2BB5A4}" dt="2026-03-12T00:33:28.597" v="643" actId="20577"/>
          <ac:spMkLst>
            <pc:docMk/>
            <pc:sldMk cId="2387376009" sldId="452"/>
            <ac:spMk id="2" creationId="{7CA25ADB-6EE8-FD97-EBA6-2717929DDD4C}"/>
          </ac:spMkLst>
        </pc:spChg>
      </pc:sldChg>
      <pc:sldChg chg="modSp add mod modNotesTx">
        <pc:chgData name="Muhammad Mohsin" userId="df76b627-ce7c-4005-88dc-15e098f355fb" providerId="ADAL" clId="{3B62111D-8EFE-472B-9F97-00499F2BB5A4}" dt="2026-03-12T09:04:03.147" v="728" actId="20577"/>
        <pc:sldMkLst>
          <pc:docMk/>
          <pc:sldMk cId="1149222101" sldId="453"/>
        </pc:sldMkLst>
        <pc:spChg chg="mod">
          <ac:chgData name="Muhammad Mohsin" userId="df76b627-ce7c-4005-88dc-15e098f355fb" providerId="ADAL" clId="{3B62111D-8EFE-472B-9F97-00499F2BB5A4}" dt="2026-03-12T08:38:04.911" v="715" actId="20577"/>
          <ac:spMkLst>
            <pc:docMk/>
            <pc:sldMk cId="1149222101" sldId="453"/>
            <ac:spMk id="2" creationId="{AE1269E3-EEC3-4AB3-69D7-F1102DB2B2DF}"/>
          </ac:spMkLst>
        </pc:spChg>
        <pc:spChg chg="mod">
          <ac:chgData name="Muhammad Mohsin" userId="df76b627-ce7c-4005-88dc-15e098f355fb" providerId="ADAL" clId="{3B62111D-8EFE-472B-9F97-00499F2BB5A4}" dt="2026-03-12T00:26:17.594" v="570" actId="20577"/>
          <ac:spMkLst>
            <pc:docMk/>
            <pc:sldMk cId="1149222101" sldId="453"/>
            <ac:spMk id="3" creationId="{9753AB7B-3664-1728-A308-28B24E54209F}"/>
          </ac:spMkLst>
        </pc:spChg>
      </pc:sldChg>
      <pc:sldChg chg="addSp modSp new del mod">
        <pc:chgData name="Muhammad Mohsin" userId="df76b627-ce7c-4005-88dc-15e098f355fb" providerId="ADAL" clId="{3B62111D-8EFE-472B-9F97-00499F2BB5A4}" dt="2026-03-12T00:33:07.096" v="636" actId="2696"/>
        <pc:sldMkLst>
          <pc:docMk/>
          <pc:sldMk cId="1014457120" sldId="454"/>
        </pc:sldMkLst>
        <pc:spChg chg="add mod">
          <ac:chgData name="Muhammad Mohsin" userId="df76b627-ce7c-4005-88dc-15e098f355fb" providerId="ADAL" clId="{3B62111D-8EFE-472B-9F97-00499F2BB5A4}" dt="2026-03-11T23:53:57.214" v="412" actId="14100"/>
          <ac:spMkLst>
            <pc:docMk/>
            <pc:sldMk cId="1014457120" sldId="454"/>
            <ac:spMk id="5" creationId="{8C1C8D07-FD97-7547-1164-C55A3079FF75}"/>
          </ac:spMkLst>
        </pc:spChg>
        <pc:picChg chg="add mod">
          <ac:chgData name="Muhammad Mohsin" userId="df76b627-ce7c-4005-88dc-15e098f355fb" providerId="ADAL" clId="{3B62111D-8EFE-472B-9F97-00499F2BB5A4}" dt="2026-03-11T23:53:31.027" v="409" actId="1076"/>
          <ac:picMkLst>
            <pc:docMk/>
            <pc:sldMk cId="1014457120" sldId="454"/>
            <ac:picMk id="3" creationId="{43CBC5B2-03AC-3B64-2CBD-B49EFFBD6D72}"/>
          </ac:picMkLst>
        </pc:picChg>
      </pc:sldChg>
      <pc:sldChg chg="add">
        <pc:chgData name="Muhammad Mohsin" userId="df76b627-ce7c-4005-88dc-15e098f355fb" providerId="ADAL" clId="{3B62111D-8EFE-472B-9F97-00499F2BB5A4}" dt="2026-03-12T00:33:15.223" v="637"/>
        <pc:sldMkLst>
          <pc:docMk/>
          <pc:sldMk cId="1862746815" sldId="454"/>
        </pc:sldMkLst>
      </pc:sldChg>
      <pc:sldChg chg="addSp delSp modSp add del mod">
        <pc:chgData name="Muhammad Mohsin" userId="df76b627-ce7c-4005-88dc-15e098f355fb" providerId="ADAL" clId="{3B62111D-8EFE-472B-9F97-00499F2BB5A4}" dt="2026-03-12T00:15:28" v="497" actId="2696"/>
        <pc:sldMkLst>
          <pc:docMk/>
          <pc:sldMk cId="1200805820" sldId="455"/>
        </pc:sldMkLst>
        <pc:spChg chg="add del mod">
          <ac:chgData name="Muhammad Mohsin" userId="df76b627-ce7c-4005-88dc-15e098f355fb" providerId="ADAL" clId="{3B62111D-8EFE-472B-9F97-00499F2BB5A4}" dt="2026-03-11T23:57:46.032" v="420" actId="22"/>
          <ac:spMkLst>
            <pc:docMk/>
            <pc:sldMk cId="1200805820" sldId="455"/>
            <ac:spMk id="4" creationId="{C8333C27-7F3A-092B-FF2E-DC2FBE05C259}"/>
          </ac:spMkLst>
        </pc:spChg>
        <pc:spChg chg="del mod">
          <ac:chgData name="Muhammad Mohsin" userId="df76b627-ce7c-4005-88dc-15e098f355fb" providerId="ADAL" clId="{3B62111D-8EFE-472B-9F97-00499F2BB5A4}" dt="2026-03-11T23:57:28.052" v="415" actId="478"/>
          <ac:spMkLst>
            <pc:docMk/>
            <pc:sldMk cId="1200805820" sldId="455"/>
            <ac:spMk id="5" creationId="{013091A1-065B-7191-724D-46704C98F807}"/>
          </ac:spMkLst>
        </pc:spChg>
        <pc:spChg chg="add mod">
          <ac:chgData name="Muhammad Mohsin" userId="df76b627-ce7c-4005-88dc-15e098f355fb" providerId="ADAL" clId="{3B62111D-8EFE-472B-9F97-00499F2BB5A4}" dt="2026-03-11T23:58:32.514" v="423" actId="1076"/>
          <ac:spMkLst>
            <pc:docMk/>
            <pc:sldMk cId="1200805820" sldId="455"/>
            <ac:spMk id="6" creationId="{6BA21F91-7028-EBB6-CB81-0B58DA2466E9}"/>
          </ac:spMkLst>
        </pc:spChg>
        <pc:spChg chg="add del mod">
          <ac:chgData name="Muhammad Mohsin" userId="df76b627-ce7c-4005-88dc-15e098f355fb" providerId="ADAL" clId="{3B62111D-8EFE-472B-9F97-00499F2BB5A4}" dt="2026-03-12T00:01:42.741" v="427" actId="22"/>
          <ac:spMkLst>
            <pc:docMk/>
            <pc:sldMk cId="1200805820" sldId="455"/>
            <ac:spMk id="8" creationId="{6F3A1656-3405-FDC9-D3A7-B1FC8ADA72C2}"/>
          </ac:spMkLst>
        </pc:spChg>
        <pc:spChg chg="add mod">
          <ac:chgData name="Muhammad Mohsin" userId="df76b627-ce7c-4005-88dc-15e098f355fb" providerId="ADAL" clId="{3B62111D-8EFE-472B-9F97-00499F2BB5A4}" dt="2026-03-12T00:09:33.932" v="480" actId="1076"/>
          <ac:spMkLst>
            <pc:docMk/>
            <pc:sldMk cId="1200805820" sldId="455"/>
            <ac:spMk id="10" creationId="{C17B1C34-BDD6-837B-B707-02411F473ED5}"/>
          </ac:spMkLst>
        </pc:spChg>
        <pc:spChg chg="add mod">
          <ac:chgData name="Muhammad Mohsin" userId="df76b627-ce7c-4005-88dc-15e098f355fb" providerId="ADAL" clId="{3B62111D-8EFE-472B-9F97-00499F2BB5A4}" dt="2026-03-12T00:14:21.867" v="496" actId="1076"/>
          <ac:spMkLst>
            <pc:docMk/>
            <pc:sldMk cId="1200805820" sldId="455"/>
            <ac:spMk id="12" creationId="{3E35D228-FABD-8E65-3707-132491BFB589}"/>
          </ac:spMkLst>
        </pc:spChg>
        <pc:spChg chg="add del mod">
          <ac:chgData name="Muhammad Mohsin" userId="df76b627-ce7c-4005-88dc-15e098f355fb" providerId="ADAL" clId="{3B62111D-8EFE-472B-9F97-00499F2BB5A4}" dt="2026-03-12T00:12:03.519" v="490" actId="478"/>
          <ac:spMkLst>
            <pc:docMk/>
            <pc:sldMk cId="1200805820" sldId="455"/>
            <ac:spMk id="14" creationId="{EB2C11CD-E4D4-863E-1B8C-83A04EFAC476}"/>
          </ac:spMkLst>
        </pc:spChg>
        <pc:picChg chg="del">
          <ac:chgData name="Muhammad Mohsin" userId="df76b627-ce7c-4005-88dc-15e098f355fb" providerId="ADAL" clId="{3B62111D-8EFE-472B-9F97-00499F2BB5A4}" dt="2026-03-11T23:57:30.191" v="416" actId="478"/>
          <ac:picMkLst>
            <pc:docMk/>
            <pc:sldMk cId="1200805820" sldId="455"/>
            <ac:picMk id="3" creationId="{B84E18D5-745C-62BD-314E-000FA8C622CC}"/>
          </ac:picMkLst>
        </pc:picChg>
        <pc:picChg chg="add del mod">
          <ac:chgData name="Muhammad Mohsin" userId="df76b627-ce7c-4005-88dc-15e098f355fb" providerId="ADAL" clId="{3B62111D-8EFE-472B-9F97-00499F2BB5A4}" dt="2026-03-12T00:12:59.749" v="495" actId="478"/>
          <ac:picMkLst>
            <pc:docMk/>
            <pc:sldMk cId="1200805820" sldId="455"/>
            <ac:picMk id="15" creationId="{FF724243-9939-EC2D-58D3-028C10C0ED18}"/>
          </ac:picMkLst>
        </pc:picChg>
      </pc:sldChg>
      <pc:sldChg chg="modSp add mod modNotesTx">
        <pc:chgData name="Muhammad Mohsin" userId="df76b627-ce7c-4005-88dc-15e098f355fb" providerId="ADAL" clId="{3B62111D-8EFE-472B-9F97-00499F2BB5A4}" dt="2026-03-12T08:38:10.072" v="717" actId="20577"/>
        <pc:sldMkLst>
          <pc:docMk/>
          <pc:sldMk cId="3202394202" sldId="455"/>
        </pc:sldMkLst>
        <pc:spChg chg="mod">
          <ac:chgData name="Muhammad Mohsin" userId="df76b627-ce7c-4005-88dc-15e098f355fb" providerId="ADAL" clId="{3B62111D-8EFE-472B-9F97-00499F2BB5A4}" dt="2026-03-12T08:38:10.072" v="717" actId="20577"/>
          <ac:spMkLst>
            <pc:docMk/>
            <pc:sldMk cId="3202394202" sldId="455"/>
            <ac:spMk id="2" creationId="{C2221DC3-4189-2AD5-FEED-6A32785730BD}"/>
          </ac:spMkLst>
        </pc:spChg>
        <pc:spChg chg="mod">
          <ac:chgData name="Muhammad Mohsin" userId="df76b627-ce7c-4005-88dc-15e098f355fb" providerId="ADAL" clId="{3B62111D-8EFE-472B-9F97-00499F2BB5A4}" dt="2026-03-12T00:32:21.035" v="633" actId="207"/>
          <ac:spMkLst>
            <pc:docMk/>
            <pc:sldMk cId="3202394202" sldId="455"/>
            <ac:spMk id="3" creationId="{23FAC604-8079-4F33-E09F-6C2F65AC5C67}"/>
          </ac:spMkLst>
        </pc:spChg>
      </pc:sldChg>
      <pc:sldChg chg="modSp add del mod">
        <pc:chgData name="Muhammad Mohsin" userId="df76b627-ce7c-4005-88dc-15e098f355fb" providerId="ADAL" clId="{3B62111D-8EFE-472B-9F97-00499F2BB5A4}" dt="2026-03-12T08:37:52.788" v="711" actId="2696"/>
        <pc:sldMkLst>
          <pc:docMk/>
          <pc:sldMk cId="1928074562" sldId="456"/>
        </pc:sldMkLst>
        <pc:spChg chg="mod">
          <ac:chgData name="Muhammad Mohsin" userId="df76b627-ce7c-4005-88dc-15e098f355fb" providerId="ADAL" clId="{3B62111D-8EFE-472B-9F97-00499F2BB5A4}" dt="2026-03-12T07:59:22.781" v="698" actId="20577"/>
          <ac:spMkLst>
            <pc:docMk/>
            <pc:sldMk cId="1928074562" sldId="456"/>
            <ac:spMk id="2" creationId="{DEBC821F-7154-EBF5-A1AF-AB025C37E1A2}"/>
          </ac:spMkLst>
        </pc:spChg>
        <pc:spChg chg="mod">
          <ac:chgData name="Muhammad Mohsin" userId="df76b627-ce7c-4005-88dc-15e098f355fb" providerId="ADAL" clId="{3B62111D-8EFE-472B-9F97-00499F2BB5A4}" dt="2026-03-12T08:00:02.882" v="703" actId="207"/>
          <ac:spMkLst>
            <pc:docMk/>
            <pc:sldMk cId="1928074562" sldId="456"/>
            <ac:spMk id="3" creationId="{026CAB06-B089-AE7B-9208-DD214B19FC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do some simple exercises on using the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8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28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68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48C97-D013-DE9F-0315-7A0961CB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4F8A4-B9E5-8062-E5B4-F7FF1142A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FB147-B809-B3E4-0953-CE68203E7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fill the matrix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fillMatrix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m[][4], int rows)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cols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(m[0]) /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(m[0][0]);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matrix elements:\n";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rows;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for(int j = 0; j &lt; cols;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m[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][j];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print the matrix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printMatrix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m[][4], int rows)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cols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(m[0]) /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(m[0][0]);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nMatrix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rows;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for(int j = 0; j &lt; cols;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m[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][j] &lt;&lt; "\t";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compute the sum of a specific row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rowSum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m[][4], int cols, int row)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sum = 0;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j = 0; j &lt; cols;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sum += m[row][j];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sum;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find the maximum value in the matrix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findMax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m[][4], int rows, int cols)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m[0][0];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rows;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for(int j = 0; j &lt; cols;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if(m[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][j] &gt;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m[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][j];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rows = 3;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cols = 4;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matrix[3][4];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Fill the matrix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fillMatrix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(matrix, rows);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Print the matrix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printMatrix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(matrix, rows);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Compute row sums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nRow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sums:\n";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rows;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"Sum of row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 =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rowSum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(matrix, cols,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Find maximum value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nMaximum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 in the matrix =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findMax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(matrix, rows, cols)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43042-D1CE-D0F2-8333-3941761B6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63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0864-EBCE-BAE1-3FEF-A8FE7852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09363-1240-A633-698A-0FD9EA261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56D48-DE4D-63FA-F5F1-D5281A17F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DD554-03CE-D635-BC05-1E55962B7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54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endParaRPr lang="en-US" dirty="0"/>
          </a:p>
          <a:p>
            <a:r>
              <a:rPr lang="en-US" dirty="0"/>
              <a:t>struct Point {</a:t>
            </a:r>
          </a:p>
          <a:p>
            <a:r>
              <a:rPr lang="en-US" dirty="0"/>
              <a:t>    int x, y;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struct </a:t>
            </a:r>
            <a:r>
              <a:rPr lang="en-US" dirty="0" err="1"/>
              <a:t>Rect</a:t>
            </a:r>
            <a:r>
              <a:rPr lang="en-US" dirty="0"/>
              <a:t> {</a:t>
            </a:r>
          </a:p>
          <a:p>
            <a:r>
              <a:rPr lang="en-US" dirty="0"/>
              <a:t>    Point </a:t>
            </a:r>
            <a:r>
              <a:rPr lang="en-US" dirty="0" err="1"/>
              <a:t>top_left</a:t>
            </a:r>
            <a:r>
              <a:rPr lang="en-US" dirty="0"/>
              <a:t>;</a:t>
            </a:r>
          </a:p>
          <a:p>
            <a:r>
              <a:rPr lang="en-US" dirty="0"/>
              <a:t>    Point </a:t>
            </a:r>
            <a:r>
              <a:rPr lang="en-US" dirty="0" err="1"/>
              <a:t>bottom_right</a:t>
            </a:r>
            <a:r>
              <a:rPr lang="en-US" dirty="0"/>
              <a:t>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// Function to check if rect1 is contained within rect2</a:t>
            </a:r>
          </a:p>
          <a:p>
            <a:r>
              <a:rPr lang="en-US" dirty="0"/>
              <a:t>bool </a:t>
            </a:r>
            <a:r>
              <a:rPr lang="en-US" dirty="0" err="1"/>
              <a:t>isContained</a:t>
            </a:r>
            <a:r>
              <a:rPr lang="en-US" dirty="0"/>
              <a:t>(const </a:t>
            </a:r>
            <a:r>
              <a:rPr lang="en-US" dirty="0" err="1"/>
              <a:t>Rect</a:t>
            </a:r>
            <a:r>
              <a:rPr lang="en-US" dirty="0"/>
              <a:t>&amp; rect1, const </a:t>
            </a:r>
            <a:r>
              <a:rPr lang="en-US" dirty="0" err="1"/>
              <a:t>Rect</a:t>
            </a:r>
            <a:r>
              <a:rPr lang="en-US" dirty="0"/>
              <a:t>&amp; rect2) {</a:t>
            </a:r>
          </a:p>
          <a:p>
            <a:r>
              <a:rPr lang="en-US" dirty="0"/>
              <a:t>    return (rect1.top_left.x &gt;= rect2.top_left.x &amp;&amp; </a:t>
            </a:r>
          </a:p>
          <a:p>
            <a:r>
              <a:rPr lang="en-US" dirty="0"/>
              <a:t>            rect1.top_left.y &lt;= rect2.top_left.y &amp;&amp; </a:t>
            </a:r>
          </a:p>
          <a:p>
            <a:r>
              <a:rPr lang="en-US" dirty="0"/>
              <a:t>            rect1.bottom_right.x &lt;= rect2.bottom_right.x &amp;&amp; </a:t>
            </a:r>
          </a:p>
          <a:p>
            <a:r>
              <a:rPr lang="en-US" dirty="0"/>
              <a:t>            rect1.bottom_right.y &gt;= rect2.bottom_right.y);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 rect1, rect2;</a:t>
            </a:r>
          </a:p>
          <a:p>
            <a:endParaRPr lang="en-US" dirty="0"/>
          </a:p>
          <a:p>
            <a:r>
              <a:rPr lang="en-US" dirty="0"/>
              <a:t>    // Input for first rectangle</a:t>
            </a:r>
          </a:p>
          <a:p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"Enter the coordinates of the first rectangle (</a:t>
            </a:r>
            <a:r>
              <a:rPr lang="en-US" dirty="0" err="1"/>
              <a:t>top_left</a:t>
            </a:r>
            <a:r>
              <a:rPr lang="en-US" dirty="0"/>
              <a:t> x y, </a:t>
            </a:r>
            <a:r>
              <a:rPr lang="en-US" dirty="0" err="1"/>
              <a:t>bottom_right</a:t>
            </a:r>
            <a:r>
              <a:rPr lang="en-US" dirty="0"/>
              <a:t> x y): ";</a:t>
            </a:r>
          </a:p>
          <a:p>
            <a:r>
              <a:rPr lang="en-US" dirty="0"/>
              <a:t>    std::</a:t>
            </a:r>
            <a:r>
              <a:rPr lang="en-US" dirty="0" err="1"/>
              <a:t>cin</a:t>
            </a:r>
            <a:r>
              <a:rPr lang="en-US" dirty="0"/>
              <a:t> &gt;&gt; rect1.top_left.x &gt;&gt; rect1.top_left.y &gt;&gt; rect1.bottom_right.x &gt;&gt; rect1.bottom_right.y;</a:t>
            </a:r>
          </a:p>
          <a:p>
            <a:endParaRPr lang="en-US" dirty="0"/>
          </a:p>
          <a:p>
            <a:r>
              <a:rPr lang="en-US" dirty="0"/>
              <a:t>    // Input for second rectangle</a:t>
            </a:r>
          </a:p>
          <a:p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"Enter the coordinates of the second rectangle (</a:t>
            </a:r>
            <a:r>
              <a:rPr lang="en-US" dirty="0" err="1"/>
              <a:t>top_left</a:t>
            </a:r>
            <a:r>
              <a:rPr lang="en-US" dirty="0"/>
              <a:t> x y, </a:t>
            </a:r>
            <a:r>
              <a:rPr lang="en-US" dirty="0" err="1"/>
              <a:t>bottom_right</a:t>
            </a:r>
            <a:r>
              <a:rPr lang="en-US" dirty="0"/>
              <a:t> x y): ";</a:t>
            </a:r>
          </a:p>
          <a:p>
            <a:r>
              <a:rPr lang="en-US" dirty="0"/>
              <a:t>    std::</a:t>
            </a:r>
            <a:r>
              <a:rPr lang="en-US" dirty="0" err="1"/>
              <a:t>cin</a:t>
            </a:r>
            <a:r>
              <a:rPr lang="en-US" dirty="0"/>
              <a:t> &gt;&gt; rect2.top_left.x &gt;&gt; rect2.top_left.y &gt;&gt; rect2.bottom_right.x &gt;&gt; rect2.bottom_right.y;</a:t>
            </a:r>
          </a:p>
          <a:p>
            <a:endParaRPr lang="en-US" dirty="0"/>
          </a:p>
          <a:p>
            <a:r>
              <a:rPr lang="en-US" dirty="0"/>
              <a:t>    // Check if one rectangle is contained within the other</a:t>
            </a:r>
          </a:p>
          <a:p>
            <a:r>
              <a:rPr lang="en-US" dirty="0"/>
              <a:t>    if (</a:t>
            </a:r>
            <a:r>
              <a:rPr lang="en-US" dirty="0" err="1"/>
              <a:t>isContained</a:t>
            </a:r>
            <a:r>
              <a:rPr lang="en-US" dirty="0"/>
              <a:t>(rect1, rect2))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"The first rectangle is contained within the second rectangle.\n";</a:t>
            </a:r>
          </a:p>
          <a:p>
            <a:r>
              <a:rPr lang="en-US" dirty="0"/>
              <a:t>    } else if (</a:t>
            </a:r>
            <a:r>
              <a:rPr lang="en-US" dirty="0" err="1"/>
              <a:t>isContained</a:t>
            </a:r>
            <a:r>
              <a:rPr lang="en-US" dirty="0"/>
              <a:t>(rect2, rect1))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"The second rectangle is contained within the first rectangle.\n";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"Neither rectangle is fully contained within the other.\n";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3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95C6-2091-005B-94FF-A6B92F54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68288-D20B-577A-5F84-39BD731EE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0B1CF-23A9-0A9B-2B9E-B26BF8945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&lt;string&gt;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Define the struct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 Student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string name;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id;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float grades[4];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compute average grade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computeAverage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 s)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float sum =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4;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sum +=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s.grades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sum / 4;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print a student's full record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printStudent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 s)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"Name: " &lt;&lt; s.name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"ID: " &lt;&lt; s.id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"Grades: ";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4;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s.grades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&lt;&lt; "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"Average: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computeAverage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(s)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"---------------------"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display honor roll students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honorRoll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 students[], int n, float threshold)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nHonor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 Students:\n";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computeAverage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 &gt; threshold)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printStudent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n;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number of students: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n;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Student students[n];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Input student data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cin.ignore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students[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].name);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ID: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students[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].id;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4 grades: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for(int j = 0; j &lt; 4;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students[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].grades[j];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Print all student records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nAll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Student Records\n";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"====================\n";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printStudent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Honor roll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float threshold;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honor roll threshold: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threshold;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honorRoll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(students, n, threshold);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66E6F-4138-5641-3C54-0F1C82FBE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89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4C13-8A59-F6C2-657F-5537BAD6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A81A8-DC27-F3D5-1F2C-54E13617B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B7481-77B4-6F4B-70B7-1113D87D3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&lt;string&gt;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Define struct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 Product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string name;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id;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quantity;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float price;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compute total stock value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 p)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p.quantity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p.price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Apply discount if stock value exceeds threshold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 products[], int n, float threshold, float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discountRate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 &gt; threshold)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].price *= (1 -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discountRate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Find most valuable product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mostValuable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 products[], int n)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index =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float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(products[0]);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 &gt;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index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index;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Display low stock warning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lowStockWarning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 products[], int n, int limit)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nLow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 Products:\n";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if(products[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].quantity &lt; limit)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].name &lt;&lt; " (ID: " &lt;&lt;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].id &lt;&lt; ") has low stock.\n";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Print product details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printProduct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 p)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"Name: " &lt;&lt; p.name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"ID: " &lt;&lt; p.id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"Quantity: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p.quantity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"Price: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p.price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"Stock Value: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(p)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"-----------------------\n";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n;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number of products: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n;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Product products[n];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Input products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 name: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].name;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ID: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].id;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quantity: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].quantity;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price: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].price;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float threshold, discount;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 value threshold for discount: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threshold;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discount rate (e.g., 0.1 for 10%):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discount;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(products, n, threshold, discount);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nAll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Products:\n";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printProduct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index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mostValuable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(products, n);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nMost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Valuable Product:\n";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printProduct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(products[index]);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limit;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 stock limit: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limit;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lowStockWarning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(products, n, limit);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23C15-3CD3-0007-EE50-C4882B8BD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9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013"/>
            <a:ext cx="9144000" cy="17793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8C55-FA11-A041-9D33-F4E3D0C99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239236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Labo 13 – C++ Multi Dimensional Arrays, Structs</a:t>
            </a:r>
          </a:p>
          <a:p>
            <a:r>
              <a:rPr lang="en-US" sz="2800" dirty="0"/>
              <a:t>Laboratory 13, March 12, 2026</a:t>
            </a:r>
          </a:p>
          <a:p>
            <a:endParaRPr lang="en-US" sz="2800" dirty="0"/>
          </a:p>
          <a:p>
            <a:r>
              <a:rPr lang="en-US" sz="2800" b="1" dirty="0"/>
              <a:t>Filippo Ricca</a:t>
            </a:r>
            <a:r>
              <a:rPr lang="it-IT" sz="2000" b="1" dirty="0"/>
              <a:t> – </a:t>
            </a:r>
            <a:r>
              <a:rPr lang="it-IT" sz="2800" b="1" dirty="0"/>
              <a:t>Muhammad Mohsin</a:t>
            </a: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</p:spTree>
    <p:extLst>
      <p:ext uri="{BB962C8B-B14F-4D97-AF65-F5344CB8AC3E}">
        <p14:creationId xmlns:p14="http://schemas.microsoft.com/office/powerpoint/2010/main" val="28184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90" y="1596983"/>
            <a:ext cx="8445842" cy="2780146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Today's lab is dedicated to </a:t>
            </a:r>
            <a:r>
              <a:rPr lang="en-US" b="1" dirty="0">
                <a:solidFill>
                  <a:srgbClr val="FF0000"/>
                </a:solidFill>
              </a:rPr>
              <a:t>Multi Dimensional Arrays and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Structs</a:t>
            </a:r>
          </a:p>
          <a:p>
            <a:pPr lvl="1" algn="just"/>
            <a:r>
              <a:rPr lang="en-US" dirty="0"/>
              <a:t>Exercise 1: </a:t>
            </a:r>
            <a:r>
              <a:rPr lang="en-US" b="1" dirty="0"/>
              <a:t>2D Array Statistics</a:t>
            </a:r>
          </a:p>
          <a:p>
            <a:pPr lvl="1" algn="just"/>
            <a:r>
              <a:rPr lang="en-US" dirty="0"/>
              <a:t>Exercise 2: </a:t>
            </a:r>
            <a:r>
              <a:rPr lang="en-US" b="1" dirty="0"/>
              <a:t>2D Multiplication</a:t>
            </a:r>
          </a:p>
          <a:p>
            <a:pPr lvl="1" algn="just"/>
            <a:r>
              <a:rPr lang="en-US" dirty="0"/>
              <a:t>Exercise 3: </a:t>
            </a:r>
            <a:r>
              <a:rPr lang="en-US" b="1" dirty="0"/>
              <a:t>Rectangle Containment Check Using Structs</a:t>
            </a:r>
          </a:p>
          <a:p>
            <a:pPr lvl="1" algn="just"/>
            <a:r>
              <a:rPr lang="en-US" dirty="0"/>
              <a:t>Exercise 4: </a:t>
            </a:r>
            <a:r>
              <a:rPr lang="en-US" b="1" dirty="0"/>
              <a:t>Student Record System</a:t>
            </a:r>
            <a:endParaRPr lang="fr-FR" sz="2400" b="1" dirty="0"/>
          </a:p>
          <a:p>
            <a:pPr lvl="1" algn="just"/>
            <a:r>
              <a:rPr lang="en-US" dirty="0"/>
              <a:t>Exercise 5: </a:t>
            </a:r>
            <a:r>
              <a:rPr lang="fr-FR" b="1" dirty="0"/>
              <a:t>Inventory Management System</a:t>
            </a:r>
            <a:endParaRPr lang="en-US" b="1" dirty="0"/>
          </a:p>
          <a:p>
            <a:pPr marL="0" indent="0" algn="just">
              <a:buNone/>
            </a:pPr>
            <a:r>
              <a:rPr lang="en-US" sz="1800" dirty="0"/>
              <a:t> </a:t>
            </a:r>
          </a:p>
          <a:p>
            <a:pPr marL="0" indent="0" algn="just">
              <a:buNone/>
            </a:pPr>
            <a:r>
              <a:rPr lang="en-US" b="1" dirty="0"/>
              <a:t>All the C++ program must be delivered on </a:t>
            </a:r>
            <a:r>
              <a:rPr lang="en-US" b="1" dirty="0" err="1"/>
              <a:t>Aulaweb</a:t>
            </a:r>
            <a:r>
              <a:rPr lang="en-US" b="1" dirty="0"/>
              <a:t>!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5" name="Picture 4" descr="A diagram of a structure&#10;&#10;AI-generated content may be incorrect.">
            <a:extLst>
              <a:ext uri="{FF2B5EF4-FFF2-40B4-BE49-F238E27FC236}">
                <a16:creationId xmlns:a16="http://schemas.microsoft.com/office/drawing/2014/main" id="{FC4F65B2-4415-1D1D-A0B1-64A07F92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137" y="117479"/>
            <a:ext cx="2955217" cy="2182190"/>
          </a:xfrm>
          <a:prstGeom prst="rect">
            <a:avLst/>
          </a:prstGeom>
        </p:spPr>
      </p:pic>
      <p:pic>
        <p:nvPicPr>
          <p:cNvPr id="6" name="Picture 4" descr="Multi-dimensional Arrays in C/C++ (2D &amp; 3D Arrays) - Unveil the Important  Concepts - DataFlair">
            <a:extLst>
              <a:ext uri="{FF2B5EF4-FFF2-40B4-BE49-F238E27FC236}">
                <a16:creationId xmlns:a16="http://schemas.microsoft.com/office/drawing/2014/main" id="{AF24F0A6-6829-2461-ED3A-DB210BB0C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164" y="4305826"/>
            <a:ext cx="3539214" cy="18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50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CAE0A7-0B89-8120-9325-6028752B494E}"/>
              </a:ext>
            </a:extLst>
          </p:cNvPr>
          <p:cNvSpPr txBox="1"/>
          <p:nvPr/>
        </p:nvSpPr>
        <p:spPr>
          <a:xfrm>
            <a:off x="811029" y="951004"/>
            <a:ext cx="1056993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multi-dimensional array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an array with more than one dimension. It means that </a:t>
            </a:r>
            <a:r>
              <a:rPr lang="en-US" sz="2800" b="1" dirty="0">
                <a:solidFill>
                  <a:srgbClr val="1F04E8"/>
                </a:solidFill>
              </a:rPr>
              <a:t>it can grow in different directions </a:t>
            </a:r>
            <a:r>
              <a:rPr lang="en-US" sz="2800" dirty="0"/>
              <a:t>i.e. instead of changing the length only, it can also change in width, depth or more.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C++ you can define multidimensional arrays with any number of dimensions. The most common multidimensional array type is the two-dimensional array, so called matrix.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8FA2D3-6372-29F9-0BFF-8F650EB9E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759" y="4141461"/>
            <a:ext cx="7640987" cy="271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4DD166-6D7B-91DF-AA9E-82AE5E21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80"/>
            <a:ext cx="10515600" cy="904089"/>
          </a:xfrm>
        </p:spPr>
        <p:txBody>
          <a:bodyPr/>
          <a:lstStyle/>
          <a:p>
            <a:r>
              <a:rPr lang="en-US" b="1" dirty="0"/>
              <a:t>Multi 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152219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F54E1-2493-B0F5-D588-FC4B7EC3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5E6C7-61CD-6E53-8A11-EDE2AFC31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080591"/>
            <a:ext cx="10905066" cy="2862578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4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2083-8B28-D5CF-6B8D-DCA9B132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5416-8D09-1181-89EF-B0B52F38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3945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1: </a:t>
            </a:r>
            <a:r>
              <a:rPr lang="en-US" b="1" dirty="0"/>
              <a:t>2D Array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51FBD-F8E8-AED4-FE3A-6C893DAF8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465"/>
            <a:ext cx="8639432" cy="287603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You are required to write a C++ program that performs the following tasks:</a:t>
            </a:r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Input a 2D matrix from the user.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The matrix will be of fixed size </a:t>
            </a:r>
            <a:r>
              <a:rPr lang="en-US" sz="2400" b="1" dirty="0"/>
              <a:t>5 rows × 4 columns</a:t>
            </a:r>
            <a:r>
              <a:rPr lang="en-US" sz="2400" dirty="0"/>
              <a:t> of integers.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Print the matrix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 a neat, readable grid format.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Compute the sum of each row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individually and display it.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Find the maximum value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across the entire matrix.</a:t>
            </a:r>
          </a:p>
          <a:p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80724-ADC0-CCC2-39DA-8E2BA36AE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983" y="1749327"/>
            <a:ext cx="2287989" cy="145301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757886-DE15-3130-A58D-CC823C36B61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127727"/>
          <a:ext cx="10515600" cy="2286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866715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71160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Function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Description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968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solidFill>
                            <a:srgbClr val="FF0000"/>
                          </a:solidFill>
                        </a:rPr>
                        <a:t>void</a:t>
                      </a:r>
                      <a:r>
                        <a:rPr lang="fr-FR" sz="16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rgbClr val="FF0000"/>
                          </a:solidFill>
                        </a:rPr>
                        <a:t>fillMatrix</a:t>
                      </a:r>
                      <a:r>
                        <a:rPr lang="fr-FR" sz="16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fr-FR" sz="1600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fr-FR" sz="1600" dirty="0">
                          <a:solidFill>
                            <a:srgbClr val="FF0000"/>
                          </a:solidFill>
                        </a:rPr>
                        <a:t> m[][4], </a:t>
                      </a:r>
                      <a:r>
                        <a:rPr lang="fr-FR" sz="1600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fr-FR" sz="16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rgbClr val="FF0000"/>
                          </a:solidFill>
                        </a:rPr>
                        <a:t>rows</a:t>
                      </a:r>
                      <a:r>
                        <a:rPr lang="fr-FR" sz="16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Fills the matrix with values entered by the user via </a:t>
                      </a:r>
                      <a:r>
                        <a:rPr lang="en-US" sz="2000" b="1" dirty="0" err="1"/>
                        <a:t>cin</a:t>
                      </a:r>
                      <a:endParaRPr lang="en-US" sz="16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70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void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printMatrix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(int m[][4], int rows)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Prints the matrix in a neat grid using </a:t>
                      </a:r>
                      <a:r>
                        <a:rPr lang="en-US" sz="2000" b="1" dirty="0" err="1"/>
                        <a:t>cout</a:t>
                      </a:r>
                      <a:endParaRPr lang="en-US" sz="16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70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int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rowSum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(int m[][4], int cols, int row)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Returns the sum of a specific row (given by index)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450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int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findMax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(int m[][4], int rows, int cols)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Returns the maximum value in the entire matrix, use </a:t>
                      </a:r>
                      <a:r>
                        <a:rPr lang="en-US" sz="1600" dirty="0" err="1"/>
                        <a:t>sizeof</a:t>
                      </a:r>
                      <a:r>
                        <a:rPr lang="en-US" sz="1600" dirty="0"/>
                        <a:t> inside this function to compute the number of columns dynamically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342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53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5345-34C2-A9E6-55A8-21E8774E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5ADB-6EE8-FD97-EBA6-2717929DD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3945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2: </a:t>
            </a:r>
            <a:r>
              <a:rPr lang="en-US" b="1" dirty="0"/>
              <a:t>2D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53027-D89F-BDA5-A532-1B53D0F40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24465"/>
                <a:ext cx="8872959" cy="539063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You are required to write a C++ program that performs the following tasks:</a:t>
                </a: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Input two 2D matrices from the user.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Matrix </a:t>
                </a:r>
                <a:r>
                  <a:rPr lang="en-US" b="1" dirty="0"/>
                  <a:t>A</a:t>
                </a:r>
                <a:r>
                  <a:rPr lang="en-US" dirty="0"/>
                  <a:t> of size </a:t>
                </a:r>
                <a:r>
                  <a:rPr lang="en-US" b="1" dirty="0"/>
                  <a:t>m × n</a:t>
                </a:r>
                <a:r>
                  <a:rPr lang="en-US" dirty="0"/>
                  <a:t> (e.g., m = 2, n = 3)</a:t>
                </a:r>
              </a:p>
              <a:p>
                <a:pPr lvl="1"/>
                <a:r>
                  <a:rPr lang="en-US" dirty="0"/>
                  <a:t>Matrix </a:t>
                </a:r>
                <a:r>
                  <a:rPr lang="en-US" b="1" dirty="0"/>
                  <a:t>B</a:t>
                </a:r>
                <a:r>
                  <a:rPr lang="en-US" dirty="0"/>
                  <a:t> of size </a:t>
                </a:r>
                <a:r>
                  <a:rPr lang="en-US" b="1" dirty="0"/>
                  <a:t>n × p</a:t>
                </a:r>
                <a:r>
                  <a:rPr lang="en-US" dirty="0"/>
                  <a:t> (e.g., n = 3, p = 2)</a:t>
                </a:r>
              </a:p>
              <a:p>
                <a:pPr lvl="1"/>
                <a:r>
                  <a:rPr lang="en-US" i="1" dirty="0"/>
                  <a:t>(Note: the number of columns in A must equal the number of rows in B)</a:t>
                </a: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Multiply the two matrices:</a:t>
                </a:r>
                <a:r>
                  <a:rPr lang="en-US" dirty="0"/>
                  <a:t> The product matrix </a:t>
                </a:r>
                <a:r>
                  <a:rPr lang="en-US" b="1" dirty="0"/>
                  <a:t>C = A × B</a:t>
                </a:r>
                <a:r>
                  <a:rPr lang="en-US" dirty="0"/>
                  <a:t> is of size </a:t>
                </a:r>
                <a:r>
                  <a:rPr lang="en-US" b="1" dirty="0"/>
                  <a:t>m × p</a:t>
                </a:r>
                <a:r>
                  <a:rPr lang="en-US" dirty="0"/>
                  <a:t>, where each element is computed as: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For example, C[0][0] = (row 0 of A) · (column 0 of B).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Print all three matrices:</a:t>
                </a:r>
                <a:r>
                  <a:rPr lang="en-US" dirty="0"/>
                  <a:t> the original Matrix A, Matrix B, and the resulting product Matrix C.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53027-D89F-BDA5-A532-1B53D0F40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24465"/>
                <a:ext cx="8872959" cy="5390635"/>
              </a:xfrm>
              <a:blipFill>
                <a:blip r:embed="rId3"/>
                <a:stretch>
                  <a:fillRect l="-1168" t="-2486" r="-2129" b="-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BA259C5-F16A-4AAC-4C8A-C5C793748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158" y="1444527"/>
            <a:ext cx="2287989" cy="145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7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BC5B2-03AC-3B64-2CBD-B49EFFBD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812" y="262890"/>
            <a:ext cx="7414001" cy="4914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1C8D07-FD97-7547-1164-C55A3079FF75}"/>
              </a:ext>
            </a:extLst>
          </p:cNvPr>
          <p:cNvSpPr txBox="1"/>
          <p:nvPr/>
        </p:nvSpPr>
        <p:spPr>
          <a:xfrm>
            <a:off x="240030" y="5597681"/>
            <a:ext cx="1178433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Always remember: Matrix multiplication is only possible when the number of columns in A equals the number of rows in B</a:t>
            </a:r>
          </a:p>
        </p:txBody>
      </p:sp>
    </p:spTree>
    <p:extLst>
      <p:ext uri="{BB962C8B-B14F-4D97-AF65-F5344CB8AC3E}">
        <p14:creationId xmlns:p14="http://schemas.microsoft.com/office/powerpoint/2010/main" val="186274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52AA-4209-9743-8B92-BB46B260F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tructure&#10;&#10;AI-generated content may be incorrect.">
            <a:extLst>
              <a:ext uri="{FF2B5EF4-FFF2-40B4-BE49-F238E27FC236}">
                <a16:creationId xmlns:a16="http://schemas.microsoft.com/office/drawing/2014/main" id="{E5D41949-5B90-DDE7-DDAA-B5F37D6F1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97" y="1695959"/>
            <a:ext cx="6895808" cy="5091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300EA6-B622-12A8-0F59-62AF15086131}"/>
              </a:ext>
            </a:extLst>
          </p:cNvPr>
          <p:cNvSpPr txBox="1"/>
          <p:nvPr/>
        </p:nvSpPr>
        <p:spPr>
          <a:xfrm>
            <a:off x="811492" y="791870"/>
            <a:ext cx="10905020" cy="101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3F8CFD"/>
                </a:solidFill>
              </a:rPr>
              <a:t>struct</a:t>
            </a:r>
            <a:r>
              <a:rPr lang="en-US" altLang="en-US" sz="2800" b="1" dirty="0"/>
              <a:t> </a:t>
            </a:r>
            <a:r>
              <a:rPr lang="en-US" altLang="en-US" sz="2800" dirty="0"/>
              <a:t>is </a:t>
            </a:r>
            <a:r>
              <a:rPr lang="en-US" altLang="en-US" sz="2800" b="1" dirty="0">
                <a:solidFill>
                  <a:srgbClr val="FF0000"/>
                </a:solidFill>
              </a:rPr>
              <a:t>heterogeneous</a:t>
            </a:r>
            <a:r>
              <a:rPr lang="en-US" altLang="en-US" sz="2800" dirty="0"/>
              <a:t> in that it can be composed of data of different types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C36E00-DA10-5C47-CBB0-3D9F17C3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08" y="45658"/>
            <a:ext cx="10515600" cy="904089"/>
          </a:xfrm>
        </p:spPr>
        <p:txBody>
          <a:bodyPr/>
          <a:lstStyle/>
          <a:p>
            <a:r>
              <a:rPr lang="en-US" b="1" dirty="0"/>
              <a:t>Struct</a:t>
            </a:r>
          </a:p>
        </p:txBody>
      </p:sp>
    </p:spTree>
    <p:extLst>
      <p:ext uri="{BB962C8B-B14F-4D97-AF65-F5344CB8AC3E}">
        <p14:creationId xmlns:p14="http://schemas.microsoft.com/office/powerpoint/2010/main" val="299216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486A-4CE4-5E5B-6F8D-B8305DBA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3: </a:t>
            </a:r>
            <a:r>
              <a:rPr lang="en-US" sz="3600" b="1" dirty="0"/>
              <a:t>Rectangle Containment Check Using Structs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ABF5E-BBE6-34D5-5431-51470CF63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6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Define a </a:t>
            </a:r>
            <a:r>
              <a:rPr lang="en-US" b="1" dirty="0">
                <a:solidFill>
                  <a:srgbClr val="FF0000"/>
                </a:solidFill>
              </a:rPr>
              <a:t>struct </a:t>
            </a:r>
            <a:r>
              <a:rPr lang="en-US" b="1" dirty="0" err="1">
                <a:solidFill>
                  <a:srgbClr val="FF0000"/>
                </a:solidFill>
              </a:rPr>
              <a:t>Rect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to represent a rectangle using its vertices (Point) at the top-left and bottom-right</a:t>
            </a:r>
          </a:p>
          <a:p>
            <a:pPr algn="just"/>
            <a:r>
              <a:rPr lang="en-US" dirty="0"/>
              <a:t>Write a C++ program that reads two rectangles as input, asking for the coordinates of the </a:t>
            </a:r>
            <a:r>
              <a:rPr lang="en-US" dirty="0" err="1"/>
              <a:t>top_left</a:t>
            </a:r>
            <a:r>
              <a:rPr lang="en-US" dirty="0"/>
              <a:t> and </a:t>
            </a:r>
            <a:r>
              <a:rPr lang="en-US" dirty="0" err="1"/>
              <a:t>bottom_right</a:t>
            </a:r>
            <a:r>
              <a:rPr lang="en-US" dirty="0"/>
              <a:t> points of each</a:t>
            </a:r>
          </a:p>
          <a:p>
            <a:pPr algn="just"/>
            <a:r>
              <a:rPr lang="en-US" dirty="0"/>
              <a:t>Check if </a:t>
            </a:r>
            <a:r>
              <a:rPr lang="en-US" b="1" dirty="0"/>
              <a:t>one of the two rectangles is contained within the other </a:t>
            </a:r>
            <a:r>
              <a:rPr lang="en-US" dirty="0"/>
              <a:t>and print an appropriate output message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BA6480-5CA1-1DA6-C70B-552FBD21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487" y="4192365"/>
            <a:ext cx="4717189" cy="2484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4F4C78-9403-2DC9-0703-4EBD44271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75" y="4960417"/>
            <a:ext cx="2846314" cy="180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5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207D-9C7A-966B-6FBE-6B4D10AB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Structs and Algo idea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CB731-AA94-FC82-D658-ECF935024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26" y="1854044"/>
            <a:ext cx="3541962" cy="349535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6ECD51-1708-CB6D-1EA4-1E52F412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466" t="64151"/>
          <a:stretch/>
        </p:blipFill>
        <p:spPr>
          <a:xfrm>
            <a:off x="6791730" y="2301099"/>
            <a:ext cx="4012793" cy="2073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E679B1-3E14-F283-DD8F-2597C41E2D6A}"/>
              </a:ext>
            </a:extLst>
          </p:cNvPr>
          <p:cNvSpPr txBox="1"/>
          <p:nvPr/>
        </p:nvSpPr>
        <p:spPr>
          <a:xfrm>
            <a:off x="6437940" y="2076781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xT1, yT1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8A5DB-6A3F-8712-5074-976078B4D94D}"/>
              </a:ext>
            </a:extLst>
          </p:cNvPr>
          <p:cNvSpPr txBox="1"/>
          <p:nvPr/>
        </p:nvSpPr>
        <p:spPr>
          <a:xfrm>
            <a:off x="7189695" y="2446113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xT2, yT2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FFFBA-DD1C-06F9-B5D4-0625967FAFCE}"/>
              </a:ext>
            </a:extLst>
          </p:cNvPr>
          <p:cNvSpPr txBox="1"/>
          <p:nvPr/>
        </p:nvSpPr>
        <p:spPr>
          <a:xfrm>
            <a:off x="9654078" y="4127137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xB1, yB1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CBE4D-9A0A-A516-55ED-E64C0679DEE5}"/>
              </a:ext>
            </a:extLst>
          </p:cNvPr>
          <p:cNvSpPr txBox="1"/>
          <p:nvPr/>
        </p:nvSpPr>
        <p:spPr>
          <a:xfrm>
            <a:off x="9162597" y="3666735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xB2, yB2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F21CF-3E57-0713-15E7-6910C2C18359}"/>
              </a:ext>
            </a:extLst>
          </p:cNvPr>
          <p:cNvSpPr txBox="1"/>
          <p:nvPr/>
        </p:nvSpPr>
        <p:spPr>
          <a:xfrm>
            <a:off x="6284259" y="4985275"/>
            <a:ext cx="4762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You have to check:</a:t>
            </a:r>
          </a:p>
          <a:p>
            <a:r>
              <a:rPr lang="en-US" b="1" dirty="0"/>
              <a:t>xT2&gt;xT1 and yT1&gt;yT2 and xB2&lt;xB1 andyB2&gt;yB1</a:t>
            </a:r>
          </a:p>
        </p:txBody>
      </p:sp>
    </p:spTree>
    <p:extLst>
      <p:ext uri="{BB962C8B-B14F-4D97-AF65-F5344CB8AC3E}">
        <p14:creationId xmlns:p14="http://schemas.microsoft.com/office/powerpoint/2010/main" val="171267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57CB-6EA2-BE92-C791-959F1A30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69E3-EEC3-4AB3-69D7-F1102DB2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3945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4: </a:t>
            </a:r>
            <a:r>
              <a:rPr lang="en-US" b="1" dirty="0"/>
              <a:t>Student Record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3AB7B-3664-1728-A308-28B24E542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465"/>
            <a:ext cx="8639432" cy="5548184"/>
          </a:xfrm>
        </p:spPr>
        <p:txBody>
          <a:bodyPr>
            <a:normAutofit/>
          </a:bodyPr>
          <a:lstStyle/>
          <a:p>
            <a:r>
              <a:rPr lang="en-US" b="1" dirty="0"/>
              <a:t>You are required to write a C++ program that performs the following tasks: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Define a struct</a:t>
            </a:r>
            <a:r>
              <a:rPr lang="en-US" dirty="0"/>
              <a:t> to represent a student record containing: </a:t>
            </a:r>
          </a:p>
          <a:p>
            <a:pPr lvl="1"/>
            <a:r>
              <a:rPr lang="en-US" b="1" dirty="0"/>
              <a:t>string name</a:t>
            </a:r>
            <a:r>
              <a:rPr lang="en-US" dirty="0"/>
              <a:t> the student's full name</a:t>
            </a:r>
          </a:p>
          <a:p>
            <a:pPr lvl="1"/>
            <a:r>
              <a:rPr lang="en-US" b="1" dirty="0"/>
              <a:t>int id</a:t>
            </a:r>
            <a:r>
              <a:rPr lang="en-US" dirty="0"/>
              <a:t> the student's ID number</a:t>
            </a:r>
          </a:p>
          <a:p>
            <a:pPr lvl="1"/>
            <a:r>
              <a:rPr lang="en-US" b="1" dirty="0"/>
              <a:t>float grades[4]</a:t>
            </a:r>
            <a:r>
              <a:rPr lang="en-US" dirty="0"/>
              <a:t>  an array of four grades</a:t>
            </a:r>
          </a:p>
          <a:p>
            <a:r>
              <a:rPr lang="en-US" b="1" dirty="0">
                <a:solidFill>
                  <a:srgbClr val="FF0000"/>
                </a:solidFill>
              </a:rPr>
              <a:t>Compute the average grade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a student using a dedicated function.</a:t>
            </a:r>
          </a:p>
          <a:p>
            <a:r>
              <a:rPr lang="en-US" b="1" dirty="0">
                <a:solidFill>
                  <a:srgbClr val="FF0000"/>
                </a:solidFill>
              </a:rPr>
              <a:t>Print a student's full record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including their name, ID, all four grades, and their computed average.</a:t>
            </a:r>
          </a:p>
          <a:p>
            <a:r>
              <a:rPr lang="en-US" b="1" dirty="0">
                <a:solidFill>
                  <a:srgbClr val="FF0000"/>
                </a:solidFill>
              </a:rPr>
              <a:t>Display the honor roll</a:t>
            </a:r>
            <a:r>
              <a:rPr lang="en-US" dirty="0"/>
              <a:t> print only the students whose average exceeds a given threshold.</a:t>
            </a:r>
          </a:p>
          <a:p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F612F-6075-F85E-5333-8996B82B8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708" y="2702491"/>
            <a:ext cx="2287989" cy="145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2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D3DF6-0182-00F8-8004-5F9247DF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1DC3-4189-2AD5-FEED-6A327857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3945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5: </a:t>
            </a:r>
            <a:r>
              <a:rPr lang="en-US" b="1" dirty="0"/>
              <a:t>Inventory Management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AC604-8079-4F33-E09F-6C2F65AC5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465"/>
            <a:ext cx="8639432" cy="554818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You are required to write a C++ program that performs the following tasks:</a:t>
            </a:r>
            <a:endParaRPr lang="en-US" dirty="0"/>
          </a:p>
          <a:p>
            <a:r>
              <a:rPr lang="en-US" dirty="0"/>
              <a:t>Define a struct to represent a product containing: </a:t>
            </a:r>
          </a:p>
          <a:p>
            <a:pPr lvl="1"/>
            <a:r>
              <a:rPr lang="en-US" dirty="0"/>
              <a:t>string name: product name</a:t>
            </a:r>
          </a:p>
          <a:p>
            <a:pPr lvl="1"/>
            <a:r>
              <a:rPr lang="en-US" dirty="0"/>
              <a:t>int id: product ID</a:t>
            </a:r>
          </a:p>
          <a:p>
            <a:pPr lvl="1"/>
            <a:r>
              <a:rPr lang="en-US" dirty="0"/>
              <a:t>int quantity: stock quantity</a:t>
            </a:r>
          </a:p>
          <a:p>
            <a:pPr lvl="1"/>
            <a:r>
              <a:rPr lang="en-US" dirty="0"/>
              <a:t>float price: price per unit</a:t>
            </a:r>
          </a:p>
          <a:p>
            <a:r>
              <a:rPr lang="en-US" b="1" dirty="0">
                <a:solidFill>
                  <a:srgbClr val="FF0000"/>
                </a:solidFill>
              </a:rPr>
              <a:t>Compute the total stock value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a single product (quantity × price).</a:t>
            </a:r>
          </a:p>
          <a:p>
            <a:r>
              <a:rPr lang="en-US" b="1" dirty="0">
                <a:solidFill>
                  <a:srgbClr val="FF0000"/>
                </a:solidFill>
              </a:rPr>
              <a:t>Apply a discount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all products whose stock value exceeds a given threshold.</a:t>
            </a:r>
          </a:p>
          <a:p>
            <a:r>
              <a:rPr lang="en-US" b="1" dirty="0">
                <a:solidFill>
                  <a:srgbClr val="FF0000"/>
                </a:solidFill>
              </a:rPr>
              <a:t>Find the most valuable product</a:t>
            </a:r>
            <a:r>
              <a:rPr lang="en-US" dirty="0"/>
              <a:t> (highest total stock value).</a:t>
            </a:r>
          </a:p>
          <a:p>
            <a:r>
              <a:rPr lang="en-US" b="1" dirty="0">
                <a:solidFill>
                  <a:srgbClr val="FF0000"/>
                </a:solidFill>
              </a:rPr>
              <a:t>Display a low stock warning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any product with quantity below a given limit.</a:t>
            </a:r>
          </a:p>
          <a:p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54067-09C9-352E-5440-02F92DD9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708" y="2702491"/>
            <a:ext cx="2287989" cy="145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9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2954</Words>
  <Application>Microsoft Office PowerPoint</Application>
  <PresentationFormat>Widescreen</PresentationFormat>
  <Paragraphs>421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Dreaming Outloud Pro</vt:lpstr>
      <vt:lpstr>Office Theme</vt:lpstr>
      <vt:lpstr>Introduction to Computer Science and Programming</vt:lpstr>
      <vt:lpstr>Today…</vt:lpstr>
      <vt:lpstr>Multi dimensional Arrays</vt:lpstr>
      <vt:lpstr>PowerPoint Presentation</vt:lpstr>
      <vt:lpstr>Exercise 1: 2D Array Statistics</vt:lpstr>
      <vt:lpstr>Exercise 2: 2D Multiplication</vt:lpstr>
      <vt:lpstr>PowerPoint Presentation</vt:lpstr>
      <vt:lpstr>Struct</vt:lpstr>
      <vt:lpstr>Exercise 3: Rectangle Containment Check Using Structs</vt:lpstr>
      <vt:lpstr>Structs and Algo idea</vt:lpstr>
      <vt:lpstr>Exercise 4: Student Record System</vt:lpstr>
      <vt:lpstr>Exercise 5: Inventory Management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Muhammad Mohsin</cp:lastModifiedBy>
  <cp:revision>491</cp:revision>
  <dcterms:created xsi:type="dcterms:W3CDTF">2018-08-24T21:11:55Z</dcterms:created>
  <dcterms:modified xsi:type="dcterms:W3CDTF">2026-03-12T09:04:18Z</dcterms:modified>
</cp:coreProperties>
</file>