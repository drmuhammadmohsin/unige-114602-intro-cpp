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sldIdLst>
    <p:sldId id="265" r:id="rId5"/>
    <p:sldId id="267" r:id="rId6"/>
    <p:sldId id="268" r:id="rId7"/>
    <p:sldId id="270" r:id="rId8"/>
    <p:sldId id="272" r:id="rId9"/>
    <p:sldId id="274" r:id="rId10"/>
    <p:sldId id="276" r:id="rId11"/>
    <p:sldId id="278" r:id="rId12"/>
    <p:sldId id="280" r:id="rId13"/>
    <p:sldId id="286" r:id="rId14"/>
    <p:sldId id="287" r:id="rId15"/>
    <p:sldId id="288" r:id="rId16"/>
    <p:sldId id="289" r:id="rId17"/>
    <p:sldId id="290" r:id="rId18"/>
    <p:sldId id="297" r:id="rId19"/>
    <p:sldId id="298" r:id="rId20"/>
    <p:sldId id="299" r:id="rId21"/>
    <p:sldId id="30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A63E4C-1CBF-4DBC-9BA2-FD904B41C870}" v="6" dt="2026-04-15T21:48:51.9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Mohsin" userId="df76b627-ce7c-4005-88dc-15e098f355fb" providerId="ADAL" clId="{3B62111D-8EFE-472B-9F97-00499F2BB5A4}"/>
    <pc:docChg chg="undo redo custSel delSld modSld">
      <pc:chgData name="Muhammad Mohsin" userId="df76b627-ce7c-4005-88dc-15e098f355fb" providerId="ADAL" clId="{3B62111D-8EFE-472B-9F97-00499F2BB5A4}" dt="2026-04-16T10:07:41.138" v="151" actId="20577"/>
      <pc:docMkLst>
        <pc:docMk/>
      </pc:docMkLst>
      <pc:sldChg chg="addSp delSp modSp mod">
        <pc:chgData name="Muhammad Mohsin" userId="df76b627-ce7c-4005-88dc-15e098f355fb" providerId="ADAL" clId="{3B62111D-8EFE-472B-9F97-00499F2BB5A4}" dt="2026-04-16T10:07:41.138" v="151" actId="20577"/>
        <pc:sldMkLst>
          <pc:docMk/>
          <pc:sldMk cId="589499739" sldId="265"/>
        </pc:sldMkLst>
        <pc:spChg chg="del">
          <ac:chgData name="Muhammad Mohsin" userId="df76b627-ce7c-4005-88dc-15e098f355fb" providerId="ADAL" clId="{3B62111D-8EFE-472B-9F97-00499F2BB5A4}" dt="2026-04-15T20:44:09.914" v="4" actId="478"/>
          <ac:spMkLst>
            <pc:docMk/>
            <pc:sldMk cId="589499739" sldId="265"/>
            <ac:spMk id="2" creationId="{E62E06C8-703A-FAF5-161C-94B1CD9197F1}"/>
          </ac:spMkLst>
        </pc:spChg>
        <pc:spChg chg="mod">
          <ac:chgData name="Muhammad Mohsin" userId="df76b627-ce7c-4005-88dc-15e098f355fb" providerId="ADAL" clId="{3B62111D-8EFE-472B-9F97-00499F2BB5A4}" dt="2026-04-16T10:07:41.138" v="151" actId="20577"/>
          <ac:spMkLst>
            <pc:docMk/>
            <pc:sldMk cId="589499739" sldId="265"/>
            <ac:spMk id="3" creationId="{F9BDACE2-8BFA-6732-6F1A-F52601C78DFF}"/>
          </ac:spMkLst>
        </pc:spChg>
        <pc:spChg chg="add mod">
          <ac:chgData name="Muhammad Mohsin" userId="df76b627-ce7c-4005-88dc-15e098f355fb" providerId="ADAL" clId="{3B62111D-8EFE-472B-9F97-00499F2BB5A4}" dt="2026-04-15T21:50:43.715" v="134" actId="14100"/>
          <ac:spMkLst>
            <pc:docMk/>
            <pc:sldMk cId="589499739" sldId="265"/>
            <ac:spMk id="4" creationId="{C366273F-D449-FC58-4CAE-B1C7E7597779}"/>
          </ac:spMkLst>
        </pc:spChg>
        <pc:spChg chg="add del mod">
          <ac:chgData name="Muhammad Mohsin" userId="df76b627-ce7c-4005-88dc-15e098f355fb" providerId="ADAL" clId="{3B62111D-8EFE-472B-9F97-00499F2BB5A4}" dt="2026-04-15T20:44:20.467" v="7" actId="478"/>
          <ac:spMkLst>
            <pc:docMk/>
            <pc:sldMk cId="589499739" sldId="265"/>
            <ac:spMk id="6" creationId="{507779C1-1345-EC4B-13A9-BB512E862BB7}"/>
          </ac:spMkLst>
        </pc:spChg>
      </pc:sldChg>
      <pc:sldChg chg="modSp mod">
        <pc:chgData name="Muhammad Mohsin" userId="df76b627-ce7c-4005-88dc-15e098f355fb" providerId="ADAL" clId="{3B62111D-8EFE-472B-9F97-00499F2BB5A4}" dt="2026-04-15T21:35:00.450" v="47" actId="1076"/>
        <pc:sldMkLst>
          <pc:docMk/>
          <pc:sldMk cId="754051712" sldId="267"/>
        </pc:sldMkLst>
        <pc:spChg chg="mod">
          <ac:chgData name="Muhammad Mohsin" userId="df76b627-ce7c-4005-88dc-15e098f355fb" providerId="ADAL" clId="{3B62111D-8EFE-472B-9F97-00499F2BB5A4}" dt="2026-04-15T21:34:57.610" v="46" actId="1076"/>
          <ac:spMkLst>
            <pc:docMk/>
            <pc:sldMk cId="754051712" sldId="267"/>
            <ac:spMk id="2" creationId="{A695FDA0-7BDE-B984-06B9-D1FA160A1DF0}"/>
          </ac:spMkLst>
        </pc:spChg>
        <pc:spChg chg="mod">
          <ac:chgData name="Muhammad Mohsin" userId="df76b627-ce7c-4005-88dc-15e098f355fb" providerId="ADAL" clId="{3B62111D-8EFE-472B-9F97-00499F2BB5A4}" dt="2026-04-15T21:35:00.450" v="47" actId="1076"/>
          <ac:spMkLst>
            <pc:docMk/>
            <pc:sldMk cId="754051712" sldId="267"/>
            <ac:spMk id="3" creationId="{82805AA1-1BA9-9272-E893-F8CD1D7FC02B}"/>
          </ac:spMkLst>
        </pc:spChg>
      </pc:sldChg>
      <pc:sldChg chg="modSp mod">
        <pc:chgData name="Muhammad Mohsin" userId="df76b627-ce7c-4005-88dc-15e098f355fb" providerId="ADAL" clId="{3B62111D-8EFE-472B-9F97-00499F2BB5A4}" dt="2026-04-15T21:35:34.392" v="52" actId="1076"/>
        <pc:sldMkLst>
          <pc:docMk/>
          <pc:sldMk cId="1186017567" sldId="268"/>
        </pc:sldMkLst>
        <pc:spChg chg="mod">
          <ac:chgData name="Muhammad Mohsin" userId="df76b627-ce7c-4005-88dc-15e098f355fb" providerId="ADAL" clId="{3B62111D-8EFE-472B-9F97-00499F2BB5A4}" dt="2026-04-15T21:35:30.285" v="51" actId="1076"/>
          <ac:spMkLst>
            <pc:docMk/>
            <pc:sldMk cId="1186017567" sldId="268"/>
            <ac:spMk id="2" creationId="{BB7F95B0-E07C-AB76-27C4-2343864AFE1D}"/>
          </ac:spMkLst>
        </pc:spChg>
        <pc:spChg chg="mod">
          <ac:chgData name="Muhammad Mohsin" userId="df76b627-ce7c-4005-88dc-15e098f355fb" providerId="ADAL" clId="{3B62111D-8EFE-472B-9F97-00499F2BB5A4}" dt="2026-04-15T21:35:34.392" v="52" actId="1076"/>
          <ac:spMkLst>
            <pc:docMk/>
            <pc:sldMk cId="1186017567" sldId="268"/>
            <ac:spMk id="3" creationId="{043E106D-F05C-79F5-E840-F18618DA51FD}"/>
          </ac:spMkLst>
        </pc:spChg>
      </pc:sldChg>
      <pc:sldChg chg="modSp mod">
        <pc:chgData name="Muhammad Mohsin" userId="df76b627-ce7c-4005-88dc-15e098f355fb" providerId="ADAL" clId="{3B62111D-8EFE-472B-9F97-00499F2BB5A4}" dt="2026-04-15T21:54:31.713" v="137" actId="1076"/>
        <pc:sldMkLst>
          <pc:docMk/>
          <pc:sldMk cId="2256820002" sldId="270"/>
        </pc:sldMkLst>
        <pc:spChg chg="mod">
          <ac:chgData name="Muhammad Mohsin" userId="df76b627-ce7c-4005-88dc-15e098f355fb" providerId="ADAL" clId="{3B62111D-8EFE-472B-9F97-00499F2BB5A4}" dt="2026-04-15T21:54:31.713" v="137" actId="1076"/>
          <ac:spMkLst>
            <pc:docMk/>
            <pc:sldMk cId="2256820002" sldId="270"/>
            <ac:spMk id="2" creationId="{B2E9D554-3DDB-C6B7-B1C8-558985A0BC71}"/>
          </ac:spMkLst>
        </pc:spChg>
        <pc:spChg chg="mod">
          <ac:chgData name="Muhammad Mohsin" userId="df76b627-ce7c-4005-88dc-15e098f355fb" providerId="ADAL" clId="{3B62111D-8EFE-472B-9F97-00499F2BB5A4}" dt="2026-04-15T21:36:04.835" v="57" actId="255"/>
          <ac:spMkLst>
            <pc:docMk/>
            <pc:sldMk cId="2256820002" sldId="270"/>
            <ac:spMk id="3" creationId="{ED187B0C-255A-3E74-FD62-74F83221F72E}"/>
          </ac:spMkLst>
        </pc:spChg>
      </pc:sldChg>
      <pc:sldChg chg="modSp mod">
        <pc:chgData name="Muhammad Mohsin" userId="df76b627-ce7c-4005-88dc-15e098f355fb" providerId="ADAL" clId="{3B62111D-8EFE-472B-9F97-00499F2BB5A4}" dt="2026-04-15T21:36:40.651" v="62" actId="1076"/>
        <pc:sldMkLst>
          <pc:docMk/>
          <pc:sldMk cId="1638739595" sldId="272"/>
        </pc:sldMkLst>
        <pc:spChg chg="mod">
          <ac:chgData name="Muhammad Mohsin" userId="df76b627-ce7c-4005-88dc-15e098f355fb" providerId="ADAL" clId="{3B62111D-8EFE-472B-9F97-00499F2BB5A4}" dt="2026-04-15T21:36:28.585" v="59" actId="14100"/>
          <ac:spMkLst>
            <pc:docMk/>
            <pc:sldMk cId="1638739595" sldId="272"/>
            <ac:spMk id="2" creationId="{AC72320B-6A3B-2482-8BE5-A9B81D11D764}"/>
          </ac:spMkLst>
        </pc:spChg>
        <pc:spChg chg="mod">
          <ac:chgData name="Muhammad Mohsin" userId="df76b627-ce7c-4005-88dc-15e098f355fb" providerId="ADAL" clId="{3B62111D-8EFE-472B-9F97-00499F2BB5A4}" dt="2026-04-15T21:36:40.651" v="62" actId="1076"/>
          <ac:spMkLst>
            <pc:docMk/>
            <pc:sldMk cId="1638739595" sldId="272"/>
            <ac:spMk id="3" creationId="{2DCFB334-BAC8-5051-AE94-55CF6E3E303F}"/>
          </ac:spMkLst>
        </pc:spChg>
      </pc:sldChg>
      <pc:sldChg chg="modSp mod">
        <pc:chgData name="Muhammad Mohsin" userId="df76b627-ce7c-4005-88dc-15e098f355fb" providerId="ADAL" clId="{3B62111D-8EFE-472B-9F97-00499F2BB5A4}" dt="2026-04-15T21:37:15.403" v="67" actId="14100"/>
        <pc:sldMkLst>
          <pc:docMk/>
          <pc:sldMk cId="2272905936" sldId="274"/>
        </pc:sldMkLst>
        <pc:spChg chg="mod">
          <ac:chgData name="Muhammad Mohsin" userId="df76b627-ce7c-4005-88dc-15e098f355fb" providerId="ADAL" clId="{3B62111D-8EFE-472B-9F97-00499F2BB5A4}" dt="2026-04-15T21:37:15.403" v="67" actId="14100"/>
          <ac:spMkLst>
            <pc:docMk/>
            <pc:sldMk cId="2272905936" sldId="274"/>
            <ac:spMk id="2" creationId="{0E3CC686-D45F-0DEC-8110-5FB9B83F10FE}"/>
          </ac:spMkLst>
        </pc:spChg>
        <pc:spChg chg="mod">
          <ac:chgData name="Muhammad Mohsin" userId="df76b627-ce7c-4005-88dc-15e098f355fb" providerId="ADAL" clId="{3B62111D-8EFE-472B-9F97-00499F2BB5A4}" dt="2026-04-15T21:37:10.561" v="66" actId="1076"/>
          <ac:spMkLst>
            <pc:docMk/>
            <pc:sldMk cId="2272905936" sldId="274"/>
            <ac:spMk id="3" creationId="{0D4EE0D7-7476-E4AC-8381-77DCC45E3803}"/>
          </ac:spMkLst>
        </pc:spChg>
      </pc:sldChg>
      <pc:sldChg chg="modSp mod">
        <pc:chgData name="Muhammad Mohsin" userId="df76b627-ce7c-4005-88dc-15e098f355fb" providerId="ADAL" clId="{3B62111D-8EFE-472B-9F97-00499F2BB5A4}" dt="2026-04-15T21:55:08.795" v="140" actId="14100"/>
        <pc:sldMkLst>
          <pc:docMk/>
          <pc:sldMk cId="3528250098" sldId="276"/>
        </pc:sldMkLst>
        <pc:spChg chg="mod">
          <ac:chgData name="Muhammad Mohsin" userId="df76b627-ce7c-4005-88dc-15e098f355fb" providerId="ADAL" clId="{3B62111D-8EFE-472B-9F97-00499F2BB5A4}" dt="2026-04-15T21:55:08.795" v="140" actId="14100"/>
          <ac:spMkLst>
            <pc:docMk/>
            <pc:sldMk cId="3528250098" sldId="276"/>
            <ac:spMk id="2" creationId="{E22372D4-BDD4-0758-7D54-AEF3CA1B78AF}"/>
          </ac:spMkLst>
        </pc:spChg>
        <pc:spChg chg="mod">
          <ac:chgData name="Muhammad Mohsin" userId="df76b627-ce7c-4005-88dc-15e098f355fb" providerId="ADAL" clId="{3B62111D-8EFE-472B-9F97-00499F2BB5A4}" dt="2026-04-15T21:54:56.610" v="139" actId="1076"/>
          <ac:spMkLst>
            <pc:docMk/>
            <pc:sldMk cId="3528250098" sldId="276"/>
            <ac:spMk id="3" creationId="{4E38152D-A6FC-2FAB-5D9E-C8370AD10FD6}"/>
          </ac:spMkLst>
        </pc:spChg>
      </pc:sldChg>
      <pc:sldChg chg="addSp modSp mod">
        <pc:chgData name="Muhammad Mohsin" userId="df76b627-ce7c-4005-88dc-15e098f355fb" providerId="ADAL" clId="{3B62111D-8EFE-472B-9F97-00499F2BB5A4}" dt="2026-04-15T21:48:19.768" v="124" actId="1076"/>
        <pc:sldMkLst>
          <pc:docMk/>
          <pc:sldMk cId="2930822969" sldId="278"/>
        </pc:sldMkLst>
        <pc:spChg chg="mod">
          <ac:chgData name="Muhammad Mohsin" userId="df76b627-ce7c-4005-88dc-15e098f355fb" providerId="ADAL" clId="{3B62111D-8EFE-472B-9F97-00499F2BB5A4}" dt="2026-04-15T21:33:16.757" v="43" actId="255"/>
          <ac:spMkLst>
            <pc:docMk/>
            <pc:sldMk cId="2930822969" sldId="278"/>
            <ac:spMk id="2" creationId="{C50FC067-A529-AFDC-266C-878266AC1154}"/>
          </ac:spMkLst>
        </pc:spChg>
        <pc:spChg chg="mod">
          <ac:chgData name="Muhammad Mohsin" userId="df76b627-ce7c-4005-88dc-15e098f355fb" providerId="ADAL" clId="{3B62111D-8EFE-472B-9F97-00499F2BB5A4}" dt="2026-04-15T21:38:40.567" v="75" actId="108"/>
          <ac:spMkLst>
            <pc:docMk/>
            <pc:sldMk cId="2930822969" sldId="278"/>
            <ac:spMk id="3" creationId="{76B2FE81-6A65-607D-844B-03695B25B101}"/>
          </ac:spMkLst>
        </pc:spChg>
        <pc:picChg chg="add mod">
          <ac:chgData name="Muhammad Mohsin" userId="df76b627-ce7c-4005-88dc-15e098f355fb" providerId="ADAL" clId="{3B62111D-8EFE-472B-9F97-00499F2BB5A4}" dt="2026-04-15T21:48:19.768" v="124" actId="1076"/>
          <ac:picMkLst>
            <pc:docMk/>
            <pc:sldMk cId="2930822969" sldId="278"/>
            <ac:picMk id="4" creationId="{F0DE9678-A9F4-6403-DD25-C30FE0F7977B}"/>
          </ac:picMkLst>
        </pc:picChg>
      </pc:sldChg>
      <pc:sldChg chg="modSp mod">
        <pc:chgData name="Muhammad Mohsin" userId="df76b627-ce7c-4005-88dc-15e098f355fb" providerId="ADAL" clId="{3B62111D-8EFE-472B-9F97-00499F2BB5A4}" dt="2026-04-15T21:40:24.228" v="80" actId="255"/>
        <pc:sldMkLst>
          <pc:docMk/>
          <pc:sldMk cId="3053608555" sldId="280"/>
        </pc:sldMkLst>
        <pc:spChg chg="mod">
          <ac:chgData name="Muhammad Mohsin" userId="df76b627-ce7c-4005-88dc-15e098f355fb" providerId="ADAL" clId="{3B62111D-8EFE-472B-9F97-00499F2BB5A4}" dt="2026-04-15T21:40:24.228" v="80" actId="255"/>
          <ac:spMkLst>
            <pc:docMk/>
            <pc:sldMk cId="3053608555" sldId="280"/>
            <ac:spMk id="2" creationId="{E885EF09-B050-6743-0412-59C934582BE1}"/>
          </ac:spMkLst>
        </pc:spChg>
        <pc:spChg chg="mod">
          <ac:chgData name="Muhammad Mohsin" userId="df76b627-ce7c-4005-88dc-15e098f355fb" providerId="ADAL" clId="{3B62111D-8EFE-472B-9F97-00499F2BB5A4}" dt="2026-04-15T21:39:54.444" v="78" actId="1076"/>
          <ac:spMkLst>
            <pc:docMk/>
            <pc:sldMk cId="3053608555" sldId="280"/>
            <ac:spMk id="3" creationId="{671D63E5-5212-2CC5-E237-1A85DC8A910A}"/>
          </ac:spMkLst>
        </pc:spChg>
      </pc:sldChg>
      <pc:sldChg chg="addSp delSp modSp mod">
        <pc:chgData name="Muhammad Mohsin" userId="df76b627-ce7c-4005-88dc-15e098f355fb" providerId="ADAL" clId="{3B62111D-8EFE-472B-9F97-00499F2BB5A4}" dt="2026-04-15T21:49:26.520" v="133" actId="478"/>
        <pc:sldMkLst>
          <pc:docMk/>
          <pc:sldMk cId="218801162" sldId="286"/>
        </pc:sldMkLst>
        <pc:spChg chg="mod">
          <ac:chgData name="Muhammad Mohsin" userId="df76b627-ce7c-4005-88dc-15e098f355fb" providerId="ADAL" clId="{3B62111D-8EFE-472B-9F97-00499F2BB5A4}" dt="2026-04-15T21:40:46.134" v="82" actId="255"/>
          <ac:spMkLst>
            <pc:docMk/>
            <pc:sldMk cId="218801162" sldId="286"/>
            <ac:spMk id="2" creationId="{876108D2-870B-F44C-C84F-11F619E04471}"/>
          </ac:spMkLst>
        </pc:spChg>
        <pc:spChg chg="mod">
          <ac:chgData name="Muhammad Mohsin" userId="df76b627-ce7c-4005-88dc-15e098f355fb" providerId="ADAL" clId="{3B62111D-8EFE-472B-9F97-00499F2BB5A4}" dt="2026-04-15T21:41:31.555" v="89" actId="113"/>
          <ac:spMkLst>
            <pc:docMk/>
            <pc:sldMk cId="218801162" sldId="286"/>
            <ac:spMk id="3" creationId="{C60B3690-B100-60B1-1E1E-569DF30B5C3A}"/>
          </ac:spMkLst>
        </pc:spChg>
        <pc:picChg chg="add del mod">
          <ac:chgData name="Muhammad Mohsin" userId="df76b627-ce7c-4005-88dc-15e098f355fb" providerId="ADAL" clId="{3B62111D-8EFE-472B-9F97-00499F2BB5A4}" dt="2026-04-15T21:49:26.520" v="133" actId="478"/>
          <ac:picMkLst>
            <pc:docMk/>
            <pc:sldMk cId="218801162" sldId="286"/>
            <ac:picMk id="4" creationId="{854DD704-3BB9-9625-96E3-0735E859F393}"/>
          </ac:picMkLst>
        </pc:picChg>
      </pc:sldChg>
      <pc:sldChg chg="addSp delSp modSp mod">
        <pc:chgData name="Muhammad Mohsin" userId="df76b627-ce7c-4005-88dc-15e098f355fb" providerId="ADAL" clId="{3B62111D-8EFE-472B-9F97-00499F2BB5A4}" dt="2026-04-15T21:49:16.177" v="131" actId="478"/>
        <pc:sldMkLst>
          <pc:docMk/>
          <pc:sldMk cId="2733475717" sldId="287"/>
        </pc:sldMkLst>
        <pc:spChg chg="mod">
          <ac:chgData name="Muhammad Mohsin" userId="df76b627-ce7c-4005-88dc-15e098f355fb" providerId="ADAL" clId="{3B62111D-8EFE-472B-9F97-00499F2BB5A4}" dt="2026-04-15T21:41:54.887" v="91" actId="255"/>
          <ac:spMkLst>
            <pc:docMk/>
            <pc:sldMk cId="2733475717" sldId="287"/>
            <ac:spMk id="2" creationId="{88A42B24-C4EB-622E-44CB-24A871B299FE}"/>
          </ac:spMkLst>
        </pc:spChg>
        <pc:spChg chg="mod">
          <ac:chgData name="Muhammad Mohsin" userId="df76b627-ce7c-4005-88dc-15e098f355fb" providerId="ADAL" clId="{3B62111D-8EFE-472B-9F97-00499F2BB5A4}" dt="2026-04-15T21:42:01.666" v="92" actId="255"/>
          <ac:spMkLst>
            <pc:docMk/>
            <pc:sldMk cId="2733475717" sldId="287"/>
            <ac:spMk id="3" creationId="{3225CBB3-358B-62BC-C2B9-16D48AFB7BF9}"/>
          </ac:spMkLst>
        </pc:spChg>
        <pc:picChg chg="add del mod">
          <ac:chgData name="Muhammad Mohsin" userId="df76b627-ce7c-4005-88dc-15e098f355fb" providerId="ADAL" clId="{3B62111D-8EFE-472B-9F97-00499F2BB5A4}" dt="2026-04-15T21:49:16.177" v="131" actId="478"/>
          <ac:picMkLst>
            <pc:docMk/>
            <pc:sldMk cId="2733475717" sldId="287"/>
            <ac:picMk id="4" creationId="{A88A1074-8536-F05C-03AE-081B5E77FEB7}"/>
          </ac:picMkLst>
        </pc:picChg>
      </pc:sldChg>
      <pc:sldChg chg="modSp mod">
        <pc:chgData name="Muhammad Mohsin" userId="df76b627-ce7c-4005-88dc-15e098f355fb" providerId="ADAL" clId="{3B62111D-8EFE-472B-9F97-00499F2BB5A4}" dt="2026-04-15T21:43:01.117" v="96" actId="1076"/>
        <pc:sldMkLst>
          <pc:docMk/>
          <pc:sldMk cId="973331416" sldId="288"/>
        </pc:sldMkLst>
        <pc:spChg chg="mod">
          <ac:chgData name="Muhammad Mohsin" userId="df76b627-ce7c-4005-88dc-15e098f355fb" providerId="ADAL" clId="{3B62111D-8EFE-472B-9F97-00499F2BB5A4}" dt="2026-04-15T21:42:49.124" v="94" actId="255"/>
          <ac:spMkLst>
            <pc:docMk/>
            <pc:sldMk cId="973331416" sldId="288"/>
            <ac:spMk id="2" creationId="{646D394B-7DAA-D3B8-9307-709A7935D6F2}"/>
          </ac:spMkLst>
        </pc:spChg>
        <pc:spChg chg="mod">
          <ac:chgData name="Muhammad Mohsin" userId="df76b627-ce7c-4005-88dc-15e098f355fb" providerId="ADAL" clId="{3B62111D-8EFE-472B-9F97-00499F2BB5A4}" dt="2026-04-15T21:43:01.117" v="96" actId="1076"/>
          <ac:spMkLst>
            <pc:docMk/>
            <pc:sldMk cId="973331416" sldId="288"/>
            <ac:spMk id="3" creationId="{2DBEED83-5D74-8164-102B-C34FF3F63576}"/>
          </ac:spMkLst>
        </pc:spChg>
      </pc:sldChg>
      <pc:sldChg chg="modSp mod">
        <pc:chgData name="Muhammad Mohsin" userId="df76b627-ce7c-4005-88dc-15e098f355fb" providerId="ADAL" clId="{3B62111D-8EFE-472B-9F97-00499F2BB5A4}" dt="2026-04-15T21:43:51.467" v="102" actId="1076"/>
        <pc:sldMkLst>
          <pc:docMk/>
          <pc:sldMk cId="923197737" sldId="289"/>
        </pc:sldMkLst>
        <pc:spChg chg="mod">
          <ac:chgData name="Muhammad Mohsin" userId="df76b627-ce7c-4005-88dc-15e098f355fb" providerId="ADAL" clId="{3B62111D-8EFE-472B-9F97-00499F2BB5A4}" dt="2026-04-15T21:43:21.747" v="98" actId="255"/>
          <ac:spMkLst>
            <pc:docMk/>
            <pc:sldMk cId="923197737" sldId="289"/>
            <ac:spMk id="2" creationId="{4138F590-7CDF-BDE6-D329-B1A472BC5503}"/>
          </ac:spMkLst>
        </pc:spChg>
        <pc:spChg chg="mod">
          <ac:chgData name="Muhammad Mohsin" userId="df76b627-ce7c-4005-88dc-15e098f355fb" providerId="ADAL" clId="{3B62111D-8EFE-472B-9F97-00499F2BB5A4}" dt="2026-04-15T21:43:51.467" v="102" actId="1076"/>
          <ac:spMkLst>
            <pc:docMk/>
            <pc:sldMk cId="923197737" sldId="289"/>
            <ac:spMk id="3" creationId="{ACB036F0-9F75-2141-F000-15B9D0285D45}"/>
          </ac:spMkLst>
        </pc:spChg>
      </pc:sldChg>
      <pc:sldChg chg="modSp mod">
        <pc:chgData name="Muhammad Mohsin" userId="df76b627-ce7c-4005-88dc-15e098f355fb" providerId="ADAL" clId="{3B62111D-8EFE-472B-9F97-00499F2BB5A4}" dt="2026-04-16T09:07:24.928" v="147" actId="20577"/>
        <pc:sldMkLst>
          <pc:docMk/>
          <pc:sldMk cId="147337097" sldId="290"/>
        </pc:sldMkLst>
        <pc:spChg chg="mod">
          <ac:chgData name="Muhammad Mohsin" userId="df76b627-ce7c-4005-88dc-15e098f355fb" providerId="ADAL" clId="{3B62111D-8EFE-472B-9F97-00499F2BB5A4}" dt="2026-04-15T21:44:21.457" v="104" actId="255"/>
          <ac:spMkLst>
            <pc:docMk/>
            <pc:sldMk cId="147337097" sldId="290"/>
            <ac:spMk id="2" creationId="{AEE44E1F-9DDD-0523-7D36-E9054BB1EFAE}"/>
          </ac:spMkLst>
        </pc:spChg>
        <pc:spChg chg="mod">
          <ac:chgData name="Muhammad Mohsin" userId="df76b627-ce7c-4005-88dc-15e098f355fb" providerId="ADAL" clId="{3B62111D-8EFE-472B-9F97-00499F2BB5A4}" dt="2026-04-16T09:07:24.928" v="147" actId="20577"/>
          <ac:spMkLst>
            <pc:docMk/>
            <pc:sldMk cId="147337097" sldId="290"/>
            <ac:spMk id="3" creationId="{BB4E1CE6-8888-424A-B420-05ED3A72CF91}"/>
          </ac:spMkLst>
        </pc:spChg>
      </pc:sldChg>
      <pc:sldChg chg="modSp mod">
        <pc:chgData name="Muhammad Mohsin" userId="df76b627-ce7c-4005-88dc-15e098f355fb" providerId="ADAL" clId="{3B62111D-8EFE-472B-9F97-00499F2BB5A4}" dt="2026-04-15T21:45:33.604" v="109" actId="255"/>
        <pc:sldMkLst>
          <pc:docMk/>
          <pc:sldMk cId="1884548582" sldId="297"/>
        </pc:sldMkLst>
        <pc:spChg chg="mod">
          <ac:chgData name="Muhammad Mohsin" userId="df76b627-ce7c-4005-88dc-15e098f355fb" providerId="ADAL" clId="{3B62111D-8EFE-472B-9F97-00499F2BB5A4}" dt="2026-04-15T21:45:24.629" v="108" actId="255"/>
          <ac:spMkLst>
            <pc:docMk/>
            <pc:sldMk cId="1884548582" sldId="297"/>
            <ac:spMk id="2" creationId="{C780C6E0-9B8F-65D4-3DF4-54CEB6E61673}"/>
          </ac:spMkLst>
        </pc:spChg>
        <pc:spChg chg="mod">
          <ac:chgData name="Muhammad Mohsin" userId="df76b627-ce7c-4005-88dc-15e098f355fb" providerId="ADAL" clId="{3B62111D-8EFE-472B-9F97-00499F2BB5A4}" dt="2026-04-15T21:45:33.604" v="109" actId="255"/>
          <ac:spMkLst>
            <pc:docMk/>
            <pc:sldMk cId="1884548582" sldId="297"/>
            <ac:spMk id="3" creationId="{31226786-A282-3E6E-6C37-AB1BDD9CE440}"/>
          </ac:spMkLst>
        </pc:spChg>
      </pc:sldChg>
      <pc:sldChg chg="modSp mod">
        <pc:chgData name="Muhammad Mohsin" userId="df76b627-ce7c-4005-88dc-15e098f355fb" providerId="ADAL" clId="{3B62111D-8EFE-472B-9F97-00499F2BB5A4}" dt="2026-04-15T21:46:08.403" v="113" actId="1076"/>
        <pc:sldMkLst>
          <pc:docMk/>
          <pc:sldMk cId="346703522" sldId="298"/>
        </pc:sldMkLst>
        <pc:spChg chg="mod">
          <ac:chgData name="Muhammad Mohsin" userId="df76b627-ce7c-4005-88dc-15e098f355fb" providerId="ADAL" clId="{3B62111D-8EFE-472B-9F97-00499F2BB5A4}" dt="2026-04-15T21:45:49.329" v="110" actId="255"/>
          <ac:spMkLst>
            <pc:docMk/>
            <pc:sldMk cId="346703522" sldId="298"/>
            <ac:spMk id="2" creationId="{BA8F0C54-CCF8-7E0A-7183-B068E15B3216}"/>
          </ac:spMkLst>
        </pc:spChg>
        <pc:spChg chg="mod">
          <ac:chgData name="Muhammad Mohsin" userId="df76b627-ce7c-4005-88dc-15e098f355fb" providerId="ADAL" clId="{3B62111D-8EFE-472B-9F97-00499F2BB5A4}" dt="2026-04-15T21:46:08.403" v="113" actId="1076"/>
          <ac:spMkLst>
            <pc:docMk/>
            <pc:sldMk cId="346703522" sldId="298"/>
            <ac:spMk id="3" creationId="{8823D898-A405-C74D-80F8-BEAFBA153C11}"/>
          </ac:spMkLst>
        </pc:spChg>
      </pc:sldChg>
      <pc:sldChg chg="modSp mod">
        <pc:chgData name="Muhammad Mohsin" userId="df76b627-ce7c-4005-88dc-15e098f355fb" providerId="ADAL" clId="{3B62111D-8EFE-472B-9F97-00499F2BB5A4}" dt="2026-04-15T21:56:02.154" v="141" actId="1076"/>
        <pc:sldMkLst>
          <pc:docMk/>
          <pc:sldMk cId="3995100142" sldId="299"/>
        </pc:sldMkLst>
        <pc:spChg chg="mod">
          <ac:chgData name="Muhammad Mohsin" userId="df76b627-ce7c-4005-88dc-15e098f355fb" providerId="ADAL" clId="{3B62111D-8EFE-472B-9F97-00499F2BB5A4}" dt="2026-04-15T21:46:18.366" v="114" actId="255"/>
          <ac:spMkLst>
            <pc:docMk/>
            <pc:sldMk cId="3995100142" sldId="299"/>
            <ac:spMk id="2" creationId="{CBCAFDEB-AE1A-42BF-7BB7-D1FB9CFBC345}"/>
          </ac:spMkLst>
        </pc:spChg>
        <pc:spChg chg="mod">
          <ac:chgData name="Muhammad Mohsin" userId="df76b627-ce7c-4005-88dc-15e098f355fb" providerId="ADAL" clId="{3B62111D-8EFE-472B-9F97-00499F2BB5A4}" dt="2026-04-15T21:56:02.154" v="141" actId="1076"/>
          <ac:spMkLst>
            <pc:docMk/>
            <pc:sldMk cId="3995100142" sldId="299"/>
            <ac:spMk id="3" creationId="{80E2674C-DFD2-B6E9-8897-86F0053F6989}"/>
          </ac:spMkLst>
        </pc:spChg>
      </pc:sldChg>
      <pc:sldChg chg="modSp mod">
        <pc:chgData name="Muhammad Mohsin" userId="df76b627-ce7c-4005-88dc-15e098f355fb" providerId="ADAL" clId="{3B62111D-8EFE-472B-9F97-00499F2BB5A4}" dt="2026-04-15T21:56:28.065" v="143" actId="1076"/>
        <pc:sldMkLst>
          <pc:docMk/>
          <pc:sldMk cId="3381483007" sldId="300"/>
        </pc:sldMkLst>
        <pc:spChg chg="mod">
          <ac:chgData name="Muhammad Mohsin" userId="df76b627-ce7c-4005-88dc-15e098f355fb" providerId="ADAL" clId="{3B62111D-8EFE-472B-9F97-00499F2BB5A4}" dt="2026-04-15T21:56:28.065" v="143" actId="1076"/>
          <ac:spMkLst>
            <pc:docMk/>
            <pc:sldMk cId="3381483007" sldId="300"/>
            <ac:spMk id="2" creationId="{19DB595C-120B-C765-9EC5-7A72EE2D1AFF}"/>
          </ac:spMkLst>
        </pc:spChg>
        <pc:spChg chg="mod">
          <ac:chgData name="Muhammad Mohsin" userId="df76b627-ce7c-4005-88dc-15e098f355fb" providerId="ADAL" clId="{3B62111D-8EFE-472B-9F97-00499F2BB5A4}" dt="2026-04-15T21:46:41.210" v="117" actId="255"/>
          <ac:spMkLst>
            <pc:docMk/>
            <pc:sldMk cId="3381483007" sldId="300"/>
            <ac:spMk id="3" creationId="{68D29585-9E88-C63C-A441-BB8CA92B5AE6}"/>
          </ac:spMkLst>
        </pc:spChg>
      </pc:sldChg>
      <pc:sldChg chg="modSp del mod modShow">
        <pc:chgData name="Muhammad Mohsin" userId="df76b627-ce7c-4005-88dc-15e098f355fb" providerId="ADAL" clId="{3B62111D-8EFE-472B-9F97-00499F2BB5A4}" dt="2026-04-15T21:47:22.879" v="120" actId="2696"/>
        <pc:sldMkLst>
          <pc:docMk/>
          <pc:sldMk cId="1706152360" sldId="301"/>
        </pc:sldMkLst>
        <pc:spChg chg="mod">
          <ac:chgData name="Muhammad Mohsin" userId="df76b627-ce7c-4005-88dc-15e098f355fb" providerId="ADAL" clId="{3B62111D-8EFE-472B-9F97-00499F2BB5A4}" dt="2026-04-15T16:46:26.453" v="0" actId="1076"/>
          <ac:spMkLst>
            <pc:docMk/>
            <pc:sldMk cId="1706152360" sldId="301"/>
            <ac:spMk id="3" creationId="{F8062324-6BC5-5FB5-07FB-7F73EEB2AA1C}"/>
          </ac:spMkLst>
        </pc:spChg>
      </pc:sldChg>
      <pc:sldChg chg="modSp del mod">
        <pc:chgData name="Muhammad Mohsin" userId="df76b627-ce7c-4005-88dc-15e098f355fb" providerId="ADAL" clId="{3B62111D-8EFE-472B-9F97-00499F2BB5A4}" dt="2026-04-15T21:47:28.489" v="121" actId="2696"/>
        <pc:sldMkLst>
          <pc:docMk/>
          <pc:sldMk cId="193327105" sldId="302"/>
        </pc:sldMkLst>
        <pc:spChg chg="mod">
          <ac:chgData name="Muhammad Mohsin" userId="df76b627-ce7c-4005-88dc-15e098f355fb" providerId="ADAL" clId="{3B62111D-8EFE-472B-9F97-00499F2BB5A4}" dt="2026-04-15T16:46:35.017" v="1" actId="14100"/>
          <ac:spMkLst>
            <pc:docMk/>
            <pc:sldMk cId="193327105" sldId="302"/>
            <ac:spMk id="2" creationId="{2E3C0DBE-FD5B-2614-A38B-6053B55EEFE7}"/>
          </ac:spMkLst>
        </pc:spChg>
        <pc:spChg chg="mod">
          <ac:chgData name="Muhammad Mohsin" userId="df76b627-ce7c-4005-88dc-15e098f355fb" providerId="ADAL" clId="{3B62111D-8EFE-472B-9F97-00499F2BB5A4}" dt="2026-04-15T16:46:38.117" v="2" actId="1076"/>
          <ac:spMkLst>
            <pc:docMk/>
            <pc:sldMk cId="193327105" sldId="302"/>
            <ac:spMk id="3" creationId="{2AE75F9E-6DFA-4C66-F408-52F44180B7B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000000"/>
          </a:solidFill>
        </a:defRPr>
      </a:defPPr>
      <a:lvl1pPr marL="0" algn="l" defTabSz="914400" rtl="0" eaLnBrk="1" latinLnBrk="0" hangingPunct="1">
        <a:defRPr sz="1800" kern="1200">
          <a:solidFill>
            <a:srgbClr val="00000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00000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00000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00000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00000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000000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000000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000000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BDACE2-8BFA-6732-6F1A-F52601C78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9061" y="2560638"/>
            <a:ext cx="9144000" cy="1655762"/>
          </a:xfrm>
        </p:spPr>
        <p:txBody>
          <a:bodyPr>
            <a:noAutofit/>
          </a:bodyPr>
          <a:lstStyle/>
          <a:p>
            <a:r>
              <a:rPr lang="en-US" sz="3200" b="1" dirty="0"/>
              <a:t>Labo 18 - Disciplined Development with LLMs</a:t>
            </a:r>
          </a:p>
          <a:p>
            <a:r>
              <a:rPr lang="en-US" sz="2800" dirty="0"/>
              <a:t>Using ChatGPT &amp; GitHub Copilot Responsibly in C++ Development</a:t>
            </a:r>
          </a:p>
          <a:p>
            <a:r>
              <a:rPr lang="en-US" sz="2800" dirty="0"/>
              <a:t>Laboratory 18, April 16, 2026</a:t>
            </a:r>
          </a:p>
          <a:p>
            <a:endParaRPr lang="en-US" sz="2800" dirty="0"/>
          </a:p>
          <a:p>
            <a:endParaRPr lang="en-US" sz="2000" dirty="0"/>
          </a:p>
          <a:p>
            <a:r>
              <a:rPr lang="en-US" sz="2800" b="1" dirty="0"/>
              <a:t>Filippo Ricca </a:t>
            </a:r>
            <a:r>
              <a:rPr lang="en-US" sz="2000" b="1" dirty="0"/>
              <a:t>-</a:t>
            </a:r>
            <a:r>
              <a:rPr lang="en-US" sz="2800" b="1" dirty="0"/>
              <a:t> Muhammad Mohsin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DIBRIS, University of Genova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66273F-D449-FC58-4CAE-B1C7E7597779}"/>
              </a:ext>
            </a:extLst>
          </p:cNvPr>
          <p:cNvSpPr txBox="1">
            <a:spLocks/>
          </p:cNvSpPr>
          <p:nvPr/>
        </p:nvSpPr>
        <p:spPr>
          <a:xfrm>
            <a:off x="1796142" y="558800"/>
            <a:ext cx="8151845" cy="142069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Introduction to Computer Science and Programming</a:t>
            </a:r>
          </a:p>
        </p:txBody>
      </p:sp>
    </p:spTree>
    <p:extLst>
      <p:ext uri="{BB962C8B-B14F-4D97-AF65-F5344CB8AC3E}">
        <p14:creationId xmlns:p14="http://schemas.microsoft.com/office/powerpoint/2010/main" val="58949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5FDA0-7BDE-B984-06B9-D1FA160A1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Today…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05AA1-1BA9-9272-E893-F8CD1D7FC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Today’s lab is dedicated to </a:t>
            </a:r>
            <a:r>
              <a:rPr lang="en-US" b="1" dirty="0">
                <a:solidFill>
                  <a:srgbClr val="C00000"/>
                </a:solidFill>
              </a:rPr>
              <a:t>disciplined development using LLMs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What are LLMs? (ChatGPT &amp; GitHub Copilot)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How LLMs generate code — and their </a:t>
            </a:r>
            <a:r>
              <a:rPr lang="en-US" b="1" dirty="0"/>
              <a:t>limitations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Prompt engineering: </a:t>
            </a:r>
            <a:r>
              <a:rPr lang="en-US" b="1" dirty="0">
                <a:solidFill>
                  <a:srgbClr val="70AD47"/>
                </a:solidFill>
              </a:rPr>
              <a:t>Good</a:t>
            </a:r>
            <a:r>
              <a:rPr lang="en-US" dirty="0"/>
              <a:t> vs. </a:t>
            </a:r>
            <a:r>
              <a:rPr lang="en-US" b="1" dirty="0">
                <a:solidFill>
                  <a:srgbClr val="C00000"/>
                </a:solidFill>
              </a:rPr>
              <a:t>Bad</a:t>
            </a:r>
            <a:r>
              <a:rPr lang="en-US" dirty="0"/>
              <a:t> prompts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The </a:t>
            </a:r>
            <a:r>
              <a:rPr lang="en-US" b="1" dirty="0">
                <a:solidFill>
                  <a:schemeClr val="accent1"/>
                </a:solidFill>
              </a:rPr>
              <a:t>Review → Revise → Test</a:t>
            </a:r>
            <a:r>
              <a:rPr lang="en-US" dirty="0"/>
              <a:t> workflow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Hands-on Exercises (8 exercises using ChatGPT &amp; Copilot)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All C++ programs must be delivered on </a:t>
            </a:r>
            <a:r>
              <a:rPr lang="en-US" b="1" dirty="0">
                <a:solidFill>
                  <a:schemeClr val="accent1"/>
                </a:solidFill>
              </a:rPr>
              <a:t>Aulaweb</a:t>
            </a:r>
            <a:r>
              <a:rPr lang="en-US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5405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95B0-E07C-AB76-27C4-2343864A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999"/>
            <a:ext cx="10515600" cy="854075"/>
          </a:xfrm>
        </p:spPr>
        <p:txBody>
          <a:bodyPr>
            <a:normAutofit/>
          </a:bodyPr>
          <a:lstStyle/>
          <a:p>
            <a:r>
              <a:rPr lang="en-US" sz="3600" b="1" dirty="0"/>
              <a:t>What are LLMs?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E106D-F05C-79F5-E840-F18618DA5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5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Large Language Models (</a:t>
            </a:r>
            <a:r>
              <a:rPr lang="en-US" b="1" dirty="0">
                <a:solidFill>
                  <a:schemeClr val="accent1"/>
                </a:solidFill>
              </a:rPr>
              <a:t>LLMs</a:t>
            </a:r>
            <a:r>
              <a:rPr lang="en-US" dirty="0"/>
              <a:t>) are AI systems trained on massive text datasets.</a:t>
            </a:r>
          </a:p>
          <a:p>
            <a:pPr marL="0" indent="0">
              <a:buNone/>
            </a:pPr>
            <a:r>
              <a:rPr lang="en-US" dirty="0"/>
              <a:t>They predict the </a:t>
            </a:r>
            <a:r>
              <a:rPr lang="en-US" b="1" dirty="0">
                <a:solidFill>
                  <a:srgbClr val="C00000"/>
                </a:solidFill>
              </a:rPr>
              <a:t>next token</a:t>
            </a:r>
            <a:r>
              <a:rPr lang="en-US" dirty="0"/>
              <a:t> (word/symbol) based on context.</a:t>
            </a:r>
          </a:p>
          <a:p>
            <a:pPr marL="0" indent="0">
              <a:buNone/>
            </a:pPr>
            <a:r>
              <a:rPr lang="en-US" dirty="0"/>
              <a:t>They can generate code, explain concepts, and debug errors.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Popular tools for developers:</a:t>
            </a:r>
          </a:p>
          <a:p>
            <a:pPr marL="457200" indent="-457200">
              <a:buFont typeface="Arial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ChatGPT</a:t>
            </a:r>
            <a:r>
              <a:rPr lang="en-US" dirty="0"/>
              <a:t> — Conversational AI by OpenAI (chat interface)</a:t>
            </a:r>
          </a:p>
          <a:p>
            <a:pPr marL="457200" indent="-457200">
              <a:buFont typeface="Arial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GitHub Copilot</a:t>
            </a:r>
            <a:r>
              <a:rPr lang="en-US" dirty="0"/>
              <a:t> — AI pair programmer integrated into VS Code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Important:</a:t>
            </a:r>
            <a:r>
              <a:rPr lang="en-US" dirty="0"/>
              <a:t> LLMs don’t “understand” code — they predict patterns!</a:t>
            </a:r>
          </a:p>
        </p:txBody>
      </p:sp>
    </p:spTree>
    <p:extLst>
      <p:ext uri="{BB962C8B-B14F-4D97-AF65-F5344CB8AC3E}">
        <p14:creationId xmlns:p14="http://schemas.microsoft.com/office/powerpoint/2010/main" val="1186017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D554-3DDB-C6B7-B1C8-558985A0B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737"/>
            <a:ext cx="10515600" cy="981075"/>
          </a:xfrm>
        </p:spPr>
        <p:txBody>
          <a:bodyPr>
            <a:normAutofit/>
          </a:bodyPr>
          <a:lstStyle/>
          <a:p>
            <a:r>
              <a:rPr lang="en-US" sz="3600" b="1" dirty="0"/>
              <a:t>ChatGPT for C++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87B0C-255A-3E74-FD62-74F83221F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57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ChatGPT</a:t>
            </a:r>
            <a:r>
              <a:rPr lang="en-US" dirty="0"/>
              <a:t> is a conversational AI that can help you write, debug, and understand C++ code.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What you can do: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Ask it to </a:t>
            </a:r>
            <a:r>
              <a:rPr lang="en-US" b="1" dirty="0"/>
              <a:t>generate</a:t>
            </a:r>
            <a:r>
              <a:rPr lang="en-US" dirty="0"/>
              <a:t> a function or class from a description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Ask it to </a:t>
            </a:r>
            <a:r>
              <a:rPr lang="en-US" b="1" dirty="0"/>
              <a:t>explain</a:t>
            </a:r>
            <a:r>
              <a:rPr lang="en-US" dirty="0"/>
              <a:t> unfamiliar syntax or error messages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Paste your code and ask it to </a:t>
            </a:r>
            <a:r>
              <a:rPr lang="en-US" b="1" dirty="0"/>
              <a:t>find bugs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Ask for </a:t>
            </a:r>
            <a:r>
              <a:rPr lang="en-US" b="1" dirty="0"/>
              <a:t>test cases</a:t>
            </a:r>
            <a:r>
              <a:rPr lang="en-US" dirty="0"/>
              <a:t> to verify your solution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Important:</a:t>
            </a:r>
            <a:r>
              <a:rPr lang="en-US" dirty="0"/>
              <a:t> Always </a:t>
            </a:r>
            <a:r>
              <a:rPr lang="en-US" b="1" dirty="0">
                <a:solidFill>
                  <a:srgbClr val="C00000"/>
                </a:solidFill>
              </a:rPr>
              <a:t>review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test</a:t>
            </a:r>
            <a:r>
              <a:rPr lang="en-US" dirty="0"/>
              <a:t> every line ChatGPT produces!</a:t>
            </a:r>
          </a:p>
        </p:txBody>
      </p:sp>
    </p:spTree>
    <p:extLst>
      <p:ext uri="{BB962C8B-B14F-4D97-AF65-F5344CB8AC3E}">
        <p14:creationId xmlns:p14="http://schemas.microsoft.com/office/powerpoint/2010/main" val="2256820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320B-6A3B-2482-8BE5-A9B81D11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8975"/>
          </a:xfrm>
        </p:spPr>
        <p:txBody>
          <a:bodyPr>
            <a:normAutofit/>
          </a:bodyPr>
          <a:lstStyle/>
          <a:p>
            <a:r>
              <a:rPr lang="en-US" sz="3600" b="1" dirty="0"/>
              <a:t>GitHub Copilot in VS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FB334-BAC8-5051-AE94-55CF6E3E3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8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GitHub Copilot</a:t>
            </a:r>
            <a:r>
              <a:rPr lang="en-US" dirty="0"/>
              <a:t> is an AI pair programmer that works </a:t>
            </a:r>
            <a:r>
              <a:rPr lang="en-US" b="1" dirty="0"/>
              <a:t>inside your editor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How it works: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Suggests </a:t>
            </a:r>
            <a:r>
              <a:rPr lang="en-US" b="1" dirty="0">
                <a:solidFill>
                  <a:srgbClr val="C00000"/>
                </a:solidFill>
              </a:rPr>
              <a:t>inline completions</a:t>
            </a:r>
            <a:r>
              <a:rPr lang="en-US" dirty="0"/>
              <a:t> as you type (gray ghost text)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Press </a:t>
            </a:r>
            <a:r>
              <a:rPr lang="en-US" b="1" dirty="0">
                <a:latin typeface="Inconsolata"/>
              </a:rPr>
              <a:t>Tab</a:t>
            </a:r>
            <a:r>
              <a:rPr lang="en-US" dirty="0"/>
              <a:t> to accept, </a:t>
            </a:r>
            <a:r>
              <a:rPr lang="en-US" b="1" dirty="0">
                <a:latin typeface="Inconsolata"/>
              </a:rPr>
              <a:t>Esc</a:t>
            </a:r>
            <a:r>
              <a:rPr lang="en-US" dirty="0"/>
              <a:t> to dismiss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Write a </a:t>
            </a:r>
            <a:r>
              <a:rPr lang="en-US" b="1" dirty="0">
                <a:solidFill>
                  <a:schemeClr val="accent1"/>
                </a:solidFill>
              </a:rPr>
              <a:t>comment</a:t>
            </a:r>
            <a:r>
              <a:rPr lang="en-US" dirty="0"/>
              <a:t> describing the function → Copilot generates it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Also available via </a:t>
            </a:r>
            <a:r>
              <a:rPr lang="en-US" b="1" dirty="0">
                <a:solidFill>
                  <a:schemeClr val="accent1"/>
                </a:solidFill>
              </a:rPr>
              <a:t>Copilot Chat</a:t>
            </a:r>
            <a:r>
              <a:rPr lang="en-US" dirty="0"/>
              <a:t> panel in VS Code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Remember:</a:t>
            </a:r>
            <a:r>
              <a:rPr lang="en-US" dirty="0"/>
              <a:t> Copilot is a </a:t>
            </a:r>
            <a:r>
              <a:rPr lang="en-US" b="1" dirty="0"/>
              <a:t>suggestion tool</a:t>
            </a:r>
            <a:r>
              <a:rPr lang="en-US" dirty="0"/>
              <a:t>, not an oracle. You must review!</a:t>
            </a:r>
          </a:p>
        </p:txBody>
      </p:sp>
    </p:spTree>
    <p:extLst>
      <p:ext uri="{BB962C8B-B14F-4D97-AF65-F5344CB8AC3E}">
        <p14:creationId xmlns:p14="http://schemas.microsoft.com/office/powerpoint/2010/main" val="1638739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C686-D45F-0DEC-8110-5FB9B83F1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0875"/>
          </a:xfrm>
        </p:spPr>
        <p:txBody>
          <a:bodyPr>
            <a:normAutofit/>
          </a:bodyPr>
          <a:lstStyle/>
          <a:p>
            <a:r>
              <a:rPr lang="en-US" sz="3600" b="1" dirty="0"/>
              <a:t>Setting Up Your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EE0D7-7476-E4AC-8381-77DCC45E3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Make sure you have these tools ready before starting the exercises: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Arial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VS Code</a:t>
            </a:r>
            <a:r>
              <a:rPr lang="en-US" dirty="0"/>
              <a:t> with C/C++ extension installed</a:t>
            </a:r>
          </a:p>
          <a:p>
            <a:pPr marL="457200" indent="-457200">
              <a:buFont typeface="Arial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g++ compiler</a:t>
            </a:r>
            <a:r>
              <a:rPr lang="en-US" dirty="0"/>
              <a:t> (MinGW on Windows, gcc on Linux/Mac)</a:t>
            </a:r>
          </a:p>
          <a:p>
            <a:pPr marL="457200" indent="-457200">
              <a:buFont typeface="Arial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GitHub Copilot</a:t>
            </a:r>
            <a:r>
              <a:rPr lang="en-US" dirty="0"/>
              <a:t> extension in VS Code (free with student account)</a:t>
            </a:r>
          </a:p>
          <a:p>
            <a:pPr marL="457200" indent="-457200">
              <a:buFont typeface="Arial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ChatGPT</a:t>
            </a:r>
            <a:r>
              <a:rPr lang="en-US" dirty="0"/>
              <a:t> access via browser (chatgpt.com)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Hint:</a:t>
            </a:r>
            <a:r>
              <a:rPr lang="en-US" dirty="0"/>
              <a:t> Apply for the </a:t>
            </a:r>
            <a:r>
              <a:rPr lang="en-US" b="1" dirty="0"/>
              <a:t>GitHub Student Developer Pack</a:t>
            </a:r>
            <a:r>
              <a:rPr lang="en-US" dirty="0"/>
              <a:t> for free Copilot access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2905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372D4-BDD4-0758-7D54-AEF3CA1B7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625"/>
            <a:ext cx="10515600" cy="993775"/>
          </a:xfrm>
        </p:spPr>
        <p:txBody>
          <a:bodyPr>
            <a:normAutofit/>
          </a:bodyPr>
          <a:lstStyle/>
          <a:p>
            <a:r>
              <a:rPr lang="en-US" sz="3600" b="1" dirty="0"/>
              <a:t>The Golden Rules of Using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8152D-A6FC-2FAB-5D9E-C8370AD10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2413"/>
            <a:ext cx="10515600" cy="4351338"/>
          </a:xfrm>
        </p:spPr>
        <p:txBody>
          <a:bodyPr>
            <a:normAutofit/>
          </a:bodyPr>
          <a:lstStyle/>
          <a:p>
            <a:pPr marL="457200" indent="-457200">
              <a:buFont typeface="Arial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Never submit code you don’t understand</a:t>
            </a:r>
          </a:p>
          <a:p>
            <a:pPr marL="457200" indent="-457200">
              <a:buFont typeface="Arial"/>
              <a:buAutoNum type="arabicPeriod"/>
            </a:pPr>
            <a:r>
              <a:rPr lang="en-US" b="1" dirty="0">
                <a:solidFill>
                  <a:srgbClr val="C00000"/>
                </a:solidFill>
              </a:rPr>
              <a:t>Always compile and test</a:t>
            </a:r>
            <a:r>
              <a:rPr lang="en-US" dirty="0"/>
              <a:t> before submitting</a:t>
            </a:r>
          </a:p>
          <a:p>
            <a:pPr marL="457200" indent="-457200">
              <a:buFont typeface="Arial"/>
              <a:buAutoNum type="arabicPeriod"/>
            </a:pPr>
            <a:r>
              <a:rPr lang="en-US" dirty="0"/>
              <a:t>Write </a:t>
            </a:r>
            <a:r>
              <a:rPr lang="en-US" b="1" dirty="0">
                <a:solidFill>
                  <a:schemeClr val="accent1"/>
                </a:solidFill>
              </a:rPr>
              <a:t>specific prompts</a:t>
            </a:r>
            <a:r>
              <a:rPr lang="en-US" dirty="0"/>
              <a:t> — vague prompts produce vague code</a:t>
            </a:r>
          </a:p>
          <a:p>
            <a:pPr marL="457200" indent="-457200">
              <a:buFont typeface="Arial"/>
              <a:buAutoNum type="arabicPeriod"/>
            </a:pPr>
            <a:r>
              <a:rPr lang="en-US" dirty="0"/>
              <a:t>Use the </a:t>
            </a:r>
            <a:r>
              <a:rPr lang="en-US" b="1" dirty="0">
                <a:solidFill>
                  <a:schemeClr val="accent1"/>
                </a:solidFill>
              </a:rPr>
              <a:t>Review → Revise → Test</a:t>
            </a:r>
            <a:r>
              <a:rPr lang="en-US" dirty="0"/>
              <a:t> cycle</a:t>
            </a:r>
          </a:p>
          <a:p>
            <a:pPr marL="457200" indent="-457200">
              <a:buFont typeface="Arial"/>
              <a:buAutoNum type="arabicPeriod"/>
            </a:pPr>
            <a:r>
              <a:rPr lang="en-US" dirty="0"/>
              <a:t>Check for </a:t>
            </a:r>
            <a:r>
              <a:rPr lang="en-US" b="1" dirty="0">
                <a:solidFill>
                  <a:srgbClr val="C00000"/>
                </a:solidFill>
              </a:rPr>
              <a:t>deprecated</a:t>
            </a:r>
            <a:r>
              <a:rPr lang="en-US" dirty="0"/>
              <a:t> or </a:t>
            </a:r>
            <a:r>
              <a:rPr lang="en-US" b="1" dirty="0">
                <a:solidFill>
                  <a:srgbClr val="C00000"/>
                </a:solidFill>
              </a:rPr>
              <a:t>unsafe</a:t>
            </a:r>
            <a:r>
              <a:rPr lang="en-US" dirty="0"/>
              <a:t> functions (e.g. </a:t>
            </a:r>
            <a:r>
              <a:rPr lang="en-US" dirty="0">
                <a:latin typeface="Inconsolata"/>
              </a:rPr>
              <a:t>gets()</a:t>
            </a:r>
            <a:r>
              <a:rPr lang="en-US" dirty="0"/>
              <a:t>, raw </a:t>
            </a:r>
            <a:r>
              <a:rPr lang="en-US" dirty="0">
                <a:latin typeface="Inconsolata"/>
              </a:rPr>
              <a:t>new</a:t>
            </a:r>
            <a:r>
              <a:rPr lang="en-US" dirty="0"/>
              <a:t>)</a:t>
            </a:r>
          </a:p>
          <a:p>
            <a:pPr marL="457200" indent="-457200">
              <a:buFont typeface="Arial"/>
              <a:buAutoNum type="arabicPeriod"/>
            </a:pPr>
            <a:r>
              <a:rPr lang="en-US" dirty="0"/>
              <a:t>LLMs </a:t>
            </a:r>
            <a:r>
              <a:rPr lang="en-US" b="1" dirty="0">
                <a:solidFill>
                  <a:srgbClr val="C00000"/>
                </a:solidFill>
              </a:rPr>
              <a:t>hallucinate</a:t>
            </a:r>
            <a:r>
              <a:rPr lang="en-US" dirty="0"/>
              <a:t> — they confidently produce wrong code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You are the developer. The LLM is just a tool.</a:t>
            </a:r>
          </a:p>
        </p:txBody>
      </p:sp>
    </p:spTree>
    <p:extLst>
      <p:ext uri="{BB962C8B-B14F-4D97-AF65-F5344CB8AC3E}">
        <p14:creationId xmlns:p14="http://schemas.microsoft.com/office/powerpoint/2010/main" val="3528250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FC067-A529-AFDC-266C-878266AC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Exercise 1</a:t>
            </a:r>
            <a:r>
              <a:rPr lang="en-US" sz="3200" b="1" dirty="0"/>
              <a:t>: </a:t>
            </a:r>
            <a:r>
              <a:rPr lang="en-US" sz="3600" b="1" dirty="0"/>
              <a:t>Generate a Function with ChatGPT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2FE81-6A65-607D-844B-03695B25B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513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Ask ChatGPT to write a C++ function </a:t>
            </a:r>
            <a:r>
              <a:rPr lang="en-US" b="1" dirty="0">
                <a:solidFill>
                  <a:srgbClr val="C00000"/>
                </a:solidFill>
              </a:rPr>
              <a:t>isPrime(int n) </a:t>
            </a:r>
            <a:r>
              <a:rPr lang="en-US" dirty="0"/>
              <a:t>that returns </a:t>
            </a:r>
            <a:r>
              <a:rPr lang="en-US" b="1" dirty="0">
                <a:latin typeface="Inconsolata"/>
              </a:rPr>
              <a:t>true</a:t>
            </a:r>
            <a:r>
              <a:rPr lang="en-US" dirty="0"/>
              <a:t> if the number is prime, </a:t>
            </a:r>
            <a:r>
              <a:rPr lang="en-US" b="1" dirty="0">
                <a:latin typeface="Inconsolata"/>
              </a:rPr>
              <a:t>false</a:t>
            </a:r>
            <a:r>
              <a:rPr lang="en-US" dirty="0"/>
              <a:t> otherwise. Then write a </a:t>
            </a:r>
            <a:r>
              <a:rPr lang="en-US" b="1" dirty="0">
                <a:latin typeface="Inconsolata"/>
              </a:rPr>
              <a:t>main()</a:t>
            </a:r>
            <a:r>
              <a:rPr lang="en-US" dirty="0"/>
              <a:t> that tests it with values 1–20.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Arial"/>
              <a:buChar char="•"/>
            </a:pPr>
            <a:r>
              <a:rPr lang="en-US" b="1" dirty="0"/>
              <a:t>Review</a:t>
            </a:r>
            <a:r>
              <a:rPr lang="en-US" dirty="0"/>
              <a:t> the generated code line by line</a:t>
            </a:r>
          </a:p>
          <a:p>
            <a:pPr marL="457200" indent="-457200">
              <a:buFont typeface="Arial"/>
              <a:buChar char="•"/>
            </a:pPr>
            <a:r>
              <a:rPr lang="en-US" b="1" dirty="0"/>
              <a:t>Compile</a:t>
            </a:r>
            <a:r>
              <a:rPr lang="en-US" dirty="0"/>
              <a:t> and run it in VS Code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Does it handle </a:t>
            </a:r>
            <a:r>
              <a:rPr lang="en-US" b="1" dirty="0">
                <a:solidFill>
                  <a:srgbClr val="C00000"/>
                </a:solidFill>
              </a:rPr>
              <a:t>edge cases</a:t>
            </a:r>
            <a:r>
              <a:rPr lang="en-US" dirty="0"/>
              <a:t>? (0, 1, negative numbers)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Hint:</a:t>
            </a:r>
            <a:r>
              <a:rPr lang="en-US" dirty="0"/>
              <a:t> A good prompt specifies the function signature, return type, and test expectations.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DE9678-A9F4-6403-DD25-C30FE0F79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0470" y="3765551"/>
            <a:ext cx="1959169" cy="124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22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5EF09-B050-6743-0412-59C934582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Exercise 2: </a:t>
            </a:r>
            <a:r>
              <a:rPr lang="en-US" sz="3600" b="1" dirty="0"/>
              <a:t>Prompt Engineering – Good vs. Bad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D63E5-5212-2CC5-E237-1A85DC8A9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89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Ask ChatGPT to write a program that reads an array of integers from the user and finds the </a:t>
            </a:r>
            <a:r>
              <a:rPr lang="en-US" b="1" dirty="0">
                <a:solidFill>
                  <a:srgbClr val="C00000"/>
                </a:solidFill>
              </a:rPr>
              <a:t>second largest</a:t>
            </a:r>
            <a:r>
              <a:rPr lang="en-US" dirty="0"/>
              <a:t> element.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Try </a:t>
            </a:r>
            <a:r>
              <a:rPr lang="en-US" b="1" dirty="0">
                <a:solidFill>
                  <a:srgbClr val="C00000"/>
                </a:solidFill>
              </a:rPr>
              <a:t>two prompts</a:t>
            </a:r>
            <a:r>
              <a:rPr lang="en-US" dirty="0"/>
              <a:t> and compare the output:</a:t>
            </a:r>
          </a:p>
          <a:p>
            <a:pPr marL="457200" indent="-457200">
              <a:buFont typeface="Arial"/>
              <a:buChar char="•"/>
            </a:pPr>
            <a:r>
              <a:rPr lang="en-US" b="1" dirty="0">
                <a:solidFill>
                  <a:srgbClr val="C00000"/>
                </a:solidFill>
              </a:rPr>
              <a:t>Bad:</a:t>
            </a:r>
            <a:r>
              <a:rPr lang="en-US" dirty="0">
                <a:latin typeface="Inconsolata"/>
              </a:rPr>
              <a:t> “Write C++ code for second largest”</a:t>
            </a:r>
          </a:p>
          <a:p>
            <a:pPr marL="457200" indent="-457200">
              <a:buFont typeface="Arial"/>
              <a:buChar char="•"/>
            </a:pPr>
            <a:r>
              <a:rPr lang="en-US" b="1" dirty="0">
                <a:solidFill>
                  <a:srgbClr val="70AD47"/>
                </a:solidFill>
              </a:rPr>
              <a:t>Good:</a:t>
            </a:r>
            <a:r>
              <a:rPr lang="en-US" dirty="0">
                <a:latin typeface="Inconsolata"/>
              </a:rPr>
              <a:t> “Write a C++ program that reads n integers into a dynamic array, then finds the second largest using a single pass. Handle duplicates.”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Compare: Which output is </a:t>
            </a:r>
            <a:r>
              <a:rPr lang="en-US" b="1" dirty="0">
                <a:solidFill>
                  <a:schemeClr val="accent1"/>
                </a:solidFill>
              </a:rPr>
              <a:t>more correct</a:t>
            </a:r>
            <a:r>
              <a:rPr lang="en-US" dirty="0"/>
              <a:t>, </a:t>
            </a:r>
            <a:r>
              <a:rPr lang="en-US" b="1" dirty="0">
                <a:solidFill>
                  <a:schemeClr val="accent1"/>
                </a:solidFill>
              </a:rPr>
              <a:t>better structured</a:t>
            </a:r>
            <a:r>
              <a:rPr lang="en-US" dirty="0"/>
              <a:t>, and </a:t>
            </a:r>
            <a:r>
              <a:rPr lang="en-US" b="1" dirty="0">
                <a:solidFill>
                  <a:schemeClr val="accent1"/>
                </a:solidFill>
              </a:rPr>
              <a:t>handles edge cases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53608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108D2-870B-F44C-C84F-11F619E04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Exercise 3: </a:t>
            </a:r>
            <a:r>
              <a:rPr lang="en-US" sz="3600" b="1" dirty="0"/>
              <a:t>Copilot Autocomplete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B3690-B100-60B1-1E1E-569DF30B5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Create a new file </a:t>
            </a:r>
            <a:r>
              <a:rPr lang="en-US" b="1" dirty="0">
                <a:solidFill>
                  <a:srgbClr val="C00000"/>
                </a:solidFill>
                <a:latin typeface="Inconsolata"/>
              </a:rPr>
              <a:t>stats.cpp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dirty="0"/>
              <a:t>in VS Code. Write only a </a:t>
            </a:r>
            <a:r>
              <a:rPr lang="en-US" b="1" dirty="0">
                <a:solidFill>
                  <a:schemeClr val="accent1"/>
                </a:solidFill>
              </a:rPr>
              <a:t>comment</a:t>
            </a:r>
            <a:r>
              <a:rPr lang="en-US" dirty="0"/>
              <a:t> describing the function, then let Copilot generate the body.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Inconsolata"/>
              </a:rPr>
              <a:t>// Function that takes a vector of doubles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Inconsolata"/>
              </a:rPr>
              <a:t>// and returns the mean, min, and max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Arial"/>
              <a:buChar char="•"/>
            </a:pPr>
            <a:r>
              <a:rPr lang="en-US" dirty="0"/>
              <a:t>Accept the suggestion with </a:t>
            </a:r>
            <a:r>
              <a:rPr lang="en-US" b="1" dirty="0">
                <a:latin typeface="Inconsolata"/>
              </a:rPr>
              <a:t>Tab</a:t>
            </a:r>
          </a:p>
          <a:p>
            <a:pPr marL="457200" indent="-457200">
              <a:buFont typeface="Arial"/>
              <a:buChar char="•"/>
            </a:pPr>
            <a:r>
              <a:rPr lang="en-US" b="1" dirty="0"/>
              <a:t>Review</a:t>
            </a:r>
            <a:r>
              <a:rPr lang="en-US" dirty="0"/>
              <a:t> the generated code: does it compile? Is the logic correct?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Test with: </a:t>
            </a:r>
            <a:r>
              <a:rPr lang="en-US" dirty="0">
                <a:latin typeface="Inconsolata"/>
              </a:rPr>
              <a:t>{3.5, 7.2, 1.1, 9.8, 4.6}</a:t>
            </a:r>
          </a:p>
        </p:txBody>
      </p:sp>
    </p:spTree>
    <p:extLst>
      <p:ext uri="{BB962C8B-B14F-4D97-AF65-F5344CB8AC3E}">
        <p14:creationId xmlns:p14="http://schemas.microsoft.com/office/powerpoint/2010/main" val="218801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42B24-C4EB-622E-44CB-24A871B2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Exercise 4: </a:t>
            </a:r>
            <a:r>
              <a:rPr lang="en-US" sz="3600" b="1" dirty="0"/>
              <a:t>Spot the Bug in LLM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5CBB3-358B-62BC-C2B9-16D48AFB7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Ask ChatGPT: “Write a C++ function that reverses a C-string </a:t>
            </a:r>
            <a:r>
              <a:rPr lang="en-US" b="1" dirty="0">
                <a:solidFill>
                  <a:srgbClr val="C00000"/>
                </a:solidFill>
              </a:rPr>
              <a:t>in place</a:t>
            </a:r>
            <a:r>
              <a:rPr lang="en-US" dirty="0"/>
              <a:t>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generated code </a:t>
            </a:r>
            <a:r>
              <a:rPr lang="en-US" b="1" dirty="0">
                <a:solidFill>
                  <a:srgbClr val="C00000"/>
                </a:solidFill>
              </a:rPr>
              <a:t>may contain bugs</a:t>
            </a:r>
            <a:r>
              <a:rPr lang="en-US" dirty="0"/>
              <a:t>. Your task:</a:t>
            </a:r>
          </a:p>
          <a:p>
            <a:pPr marL="457200" indent="-457200">
              <a:buFont typeface="Arial"/>
              <a:buAutoNum type="arabicPeriod"/>
            </a:pPr>
            <a:r>
              <a:rPr lang="en-US" dirty="0"/>
              <a:t>Copy the code into VS Code and </a:t>
            </a:r>
            <a:r>
              <a:rPr lang="en-US" b="1" dirty="0"/>
              <a:t>compile</a:t>
            </a:r>
            <a:r>
              <a:rPr lang="en-US" dirty="0"/>
              <a:t> it</a:t>
            </a:r>
          </a:p>
          <a:p>
            <a:pPr marL="457200" indent="-457200">
              <a:buFont typeface="Arial"/>
              <a:buAutoNum type="arabicPeriod"/>
            </a:pPr>
            <a:r>
              <a:rPr lang="en-US" dirty="0"/>
              <a:t>Test with: </a:t>
            </a:r>
            <a:r>
              <a:rPr lang="en-US" dirty="0">
                <a:latin typeface="Inconsolata"/>
              </a:rPr>
              <a:t>“hello”</a:t>
            </a:r>
            <a:r>
              <a:rPr lang="en-US" dirty="0"/>
              <a:t>, </a:t>
            </a:r>
            <a:r>
              <a:rPr lang="en-US" dirty="0">
                <a:latin typeface="Inconsolata"/>
              </a:rPr>
              <a:t>“”</a:t>
            </a:r>
            <a:r>
              <a:rPr lang="en-US" dirty="0"/>
              <a:t> (empty), </a:t>
            </a:r>
            <a:r>
              <a:rPr lang="en-US" dirty="0">
                <a:latin typeface="Inconsolata"/>
              </a:rPr>
              <a:t>“a”</a:t>
            </a:r>
            <a:r>
              <a:rPr lang="en-US" dirty="0"/>
              <a:t> (single char)</a:t>
            </a:r>
          </a:p>
          <a:p>
            <a:pPr marL="457200" indent="-457200">
              <a:buFont typeface="Arial"/>
              <a:buAutoNum type="arabicPeriod"/>
            </a:pPr>
            <a:r>
              <a:rPr lang="en-US" dirty="0"/>
              <a:t>Identify any </a:t>
            </a:r>
            <a:r>
              <a:rPr lang="en-US" b="1" dirty="0">
                <a:solidFill>
                  <a:srgbClr val="C00000"/>
                </a:solidFill>
              </a:rPr>
              <a:t>off-by-one</a:t>
            </a:r>
            <a:r>
              <a:rPr lang="en-US" dirty="0"/>
              <a:t> or </a:t>
            </a:r>
            <a:r>
              <a:rPr lang="en-US" b="1" dirty="0">
                <a:solidFill>
                  <a:srgbClr val="C00000"/>
                </a:solidFill>
              </a:rPr>
              <a:t>null-terminator</a:t>
            </a:r>
            <a:r>
              <a:rPr lang="en-US" dirty="0"/>
              <a:t> errors</a:t>
            </a:r>
          </a:p>
          <a:p>
            <a:pPr marL="457200" indent="-457200">
              <a:buFont typeface="Arial"/>
              <a:buAutoNum type="arabicPeriod"/>
            </a:pPr>
            <a:r>
              <a:rPr lang="en-US" dirty="0"/>
              <a:t>Fix the bug and re-test</a:t>
            </a:r>
          </a:p>
        </p:txBody>
      </p:sp>
    </p:spTree>
    <p:extLst>
      <p:ext uri="{BB962C8B-B14F-4D97-AF65-F5344CB8AC3E}">
        <p14:creationId xmlns:p14="http://schemas.microsoft.com/office/powerpoint/2010/main" val="2733475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394B-7DAA-D3B8-9307-709A7935D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Exercise 5: </a:t>
            </a:r>
            <a:r>
              <a:rPr lang="en-US" sz="3600" b="1" dirty="0"/>
              <a:t>Dynamic Array with Copilot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EED83-5D74-8164-102B-C34FF3F63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5613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Using Copilot in VS Code, write a program that </a:t>
            </a:r>
            <a:r>
              <a:rPr lang="en-US" b="1" dirty="0">
                <a:solidFill>
                  <a:srgbClr val="C00000"/>
                </a:solidFill>
              </a:rPr>
              <a:t>dynamically allocates</a:t>
            </a:r>
            <a:r>
              <a:rPr lang="en-US" dirty="0"/>
              <a:t> an integer array, lets the user fill it, and prints the </a:t>
            </a:r>
            <a:r>
              <a:rPr lang="en-US" b="1" dirty="0">
                <a:solidFill>
                  <a:schemeClr val="accent1"/>
                </a:solidFill>
              </a:rPr>
              <a:t>sum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1"/>
                </a:solidFill>
              </a:rPr>
              <a:t>average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Arial"/>
              <a:buChar char="•"/>
            </a:pPr>
            <a:r>
              <a:rPr lang="en-US" dirty="0"/>
              <a:t>Start by typing a comment, let Copilot suggest the code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Check: does Copilot use </a:t>
            </a:r>
            <a:r>
              <a:rPr lang="en-US" b="1" dirty="0">
                <a:solidFill>
                  <a:srgbClr val="C00000"/>
                </a:solidFill>
                <a:latin typeface="Inconsolata"/>
              </a:rPr>
              <a:t>new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  <a:latin typeface="Inconsolata"/>
              </a:rPr>
              <a:t>delete[]</a:t>
            </a:r>
            <a:r>
              <a:rPr lang="en-US" dirty="0"/>
              <a:t> correctly?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Verify there are </a:t>
            </a:r>
            <a:r>
              <a:rPr lang="en-US" b="1" dirty="0">
                <a:solidFill>
                  <a:srgbClr val="C00000"/>
                </a:solidFill>
              </a:rPr>
              <a:t>no memory leaks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Test with: size = 5, values = {10, 20, 30, 40, 50}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Don’t forget to deallocate the dynamic memory to avoid memory leaks</a:t>
            </a:r>
          </a:p>
        </p:txBody>
      </p:sp>
    </p:spTree>
    <p:extLst>
      <p:ext uri="{BB962C8B-B14F-4D97-AF65-F5344CB8AC3E}">
        <p14:creationId xmlns:p14="http://schemas.microsoft.com/office/powerpoint/2010/main" val="973331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8F590-7CDF-BDE6-D329-B1A472BC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Exercise 6: </a:t>
            </a:r>
            <a:r>
              <a:rPr lang="en-US" sz="3600" b="1" dirty="0"/>
              <a:t>Refactor with ChatGPT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036F0-9F75-2141-F000-15B9D0285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913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Take your solution from </a:t>
            </a:r>
            <a:r>
              <a:rPr lang="en-US" b="1" dirty="0">
                <a:solidFill>
                  <a:schemeClr val="accent1"/>
                </a:solidFill>
              </a:rPr>
              <a:t>Exercise 5</a:t>
            </a:r>
            <a:r>
              <a:rPr lang="en-US" dirty="0"/>
              <a:t> and paste it into ChatGPT with the prompt: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Inconsolata"/>
              </a:rPr>
              <a:t>“Refactor this code to use functions,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Inconsolata"/>
              </a:rPr>
              <a:t>add input validation, and add comments.”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Arial"/>
              <a:buChar char="•"/>
            </a:pPr>
            <a:r>
              <a:rPr lang="en-US" dirty="0"/>
              <a:t>Compare the </a:t>
            </a:r>
            <a:r>
              <a:rPr lang="en-US" b="1" dirty="0"/>
              <a:t>original</a:t>
            </a:r>
            <a:r>
              <a:rPr lang="en-US" dirty="0"/>
              <a:t> vs. </a:t>
            </a:r>
            <a:r>
              <a:rPr lang="en-US" b="1" dirty="0"/>
              <a:t>refactored</a:t>
            </a:r>
            <a:r>
              <a:rPr lang="en-US" dirty="0"/>
              <a:t> version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Did ChatGPT </a:t>
            </a:r>
            <a:r>
              <a:rPr lang="en-US" b="1" dirty="0">
                <a:solidFill>
                  <a:srgbClr val="C00000"/>
                </a:solidFill>
              </a:rPr>
              <a:t>change the logic</a:t>
            </a:r>
            <a:r>
              <a:rPr lang="en-US" dirty="0"/>
              <a:t>? Does it still produce the same output?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Compile, test, and verify the refactored version</a:t>
            </a:r>
          </a:p>
        </p:txBody>
      </p:sp>
    </p:spTree>
    <p:extLst>
      <p:ext uri="{BB962C8B-B14F-4D97-AF65-F5344CB8AC3E}">
        <p14:creationId xmlns:p14="http://schemas.microsoft.com/office/powerpoint/2010/main" val="923197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4E1F-9DDD-0523-7D36-E9054BB1E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Exercise 7: </a:t>
            </a:r>
            <a:r>
              <a:rPr lang="en-US" sz="3600" b="1" dirty="0"/>
              <a:t>Memory Leak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E1CE6-8888-424A-B420-05ED3A72C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Ask ChatGPT to generate a C++ program that </a:t>
            </a:r>
            <a:r>
              <a:rPr lang="en-US" b="1" dirty="0">
                <a:solidFill>
                  <a:srgbClr val="C00000"/>
                </a:solidFill>
              </a:rPr>
              <a:t>intentionally contains a memory leak</a:t>
            </a:r>
            <a:r>
              <a:rPr lang="en-US" dirty="0"/>
              <a:t> (allocates an array, reassigns the pointer without freeing).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Arial"/>
              <a:buAutoNum type="arabicPeriod"/>
            </a:pPr>
            <a:r>
              <a:rPr lang="en-US" dirty="0"/>
              <a:t>Read the code and </a:t>
            </a:r>
            <a:r>
              <a:rPr lang="en-US" b="1" dirty="0">
                <a:solidFill>
                  <a:schemeClr val="accent1"/>
                </a:solidFill>
              </a:rPr>
              <a:t>identify where the leak occurs</a:t>
            </a:r>
          </a:p>
          <a:p>
            <a:pPr marL="457200" indent="-457200">
              <a:buFont typeface="Arial"/>
              <a:buAutoNum type="arabicPeriod"/>
            </a:pPr>
            <a:r>
              <a:rPr lang="en-US" dirty="0"/>
              <a:t>Explain </a:t>
            </a:r>
            <a:r>
              <a:rPr lang="en-US" b="1" dirty="0"/>
              <a:t>why</a:t>
            </a:r>
            <a:r>
              <a:rPr lang="en-US" dirty="0"/>
              <a:t> the leak happens</a:t>
            </a:r>
          </a:p>
          <a:p>
            <a:pPr marL="457200" indent="-457200">
              <a:buFont typeface="Arial"/>
              <a:buAutoNum type="arabicPeriod"/>
            </a:pPr>
            <a:r>
              <a:rPr lang="en-US" dirty="0"/>
              <a:t>Fix the code so all memory is properly </a:t>
            </a:r>
            <a:r>
              <a:rPr lang="en-US" b="1" dirty="0">
                <a:solidFill>
                  <a:srgbClr val="C00000"/>
                </a:solidFill>
                <a:latin typeface="Inconsolata"/>
              </a:rPr>
              <a:t>delete[]</a:t>
            </a:r>
            <a:endParaRPr lang="en-US" dirty="0"/>
          </a:p>
          <a:p>
            <a:pPr marL="457200" indent="-457200">
              <a:buFont typeface="Arial"/>
              <a:buAutoNum type="arabicPeriod"/>
            </a:pPr>
            <a:r>
              <a:rPr lang="en-US" dirty="0"/>
              <a:t>Compile and verify the fix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Don’t forget to deallocate the dynamic memory to avoid memory leaks</a:t>
            </a:r>
          </a:p>
        </p:txBody>
      </p:sp>
    </p:spTree>
    <p:extLst>
      <p:ext uri="{BB962C8B-B14F-4D97-AF65-F5344CB8AC3E}">
        <p14:creationId xmlns:p14="http://schemas.microsoft.com/office/powerpoint/2010/main" val="147337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0C6E0-9B8F-65D4-3DF4-54CEB6E61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Exercise 8: </a:t>
            </a:r>
            <a:r>
              <a:rPr lang="en-US" sz="3600" b="1" dirty="0"/>
              <a:t>Full Program with Review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26786-A282-3E6E-6C37-AB1BDD9CE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 ChatGPT </a:t>
            </a:r>
            <a:r>
              <a:rPr lang="en-US" b="1" dirty="0">
                <a:solidFill>
                  <a:schemeClr val="accent1"/>
                </a:solidFill>
              </a:rPr>
              <a:t>and</a:t>
            </a:r>
            <a:r>
              <a:rPr lang="en-US" dirty="0"/>
              <a:t> Copilot together to build a </a:t>
            </a:r>
            <a:r>
              <a:rPr lang="en-US" b="1" dirty="0">
                <a:solidFill>
                  <a:srgbClr val="C00000"/>
                </a:solidFill>
              </a:rPr>
              <a:t>student grade manager</a:t>
            </a:r>
            <a:r>
              <a:rPr lang="en-US" dirty="0"/>
              <a:t>: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Dynamic array of </a:t>
            </a:r>
            <a:r>
              <a:rPr lang="en-US" b="1" dirty="0">
                <a:latin typeface="Inconsolata"/>
              </a:rPr>
              <a:t>struct Student { string name; float grade; }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Functions: </a:t>
            </a:r>
            <a:r>
              <a:rPr lang="en-US" b="1" dirty="0">
                <a:latin typeface="Inconsolata"/>
              </a:rPr>
              <a:t>addStudent</a:t>
            </a:r>
            <a:r>
              <a:rPr lang="en-US" dirty="0"/>
              <a:t>, </a:t>
            </a:r>
            <a:r>
              <a:rPr lang="en-US" b="1" dirty="0">
                <a:latin typeface="Inconsolata"/>
              </a:rPr>
              <a:t>printAll</a:t>
            </a:r>
            <a:r>
              <a:rPr lang="en-US" dirty="0"/>
              <a:t>, </a:t>
            </a:r>
            <a:r>
              <a:rPr lang="en-US" b="1" dirty="0">
                <a:latin typeface="Inconsolata"/>
              </a:rPr>
              <a:t>averageGrade</a:t>
            </a:r>
            <a:r>
              <a:rPr lang="en-US" dirty="0"/>
              <a:t>, </a:t>
            </a:r>
            <a:r>
              <a:rPr lang="en-US" b="1" dirty="0">
                <a:latin typeface="Inconsolata"/>
              </a:rPr>
              <a:t>findBestStudent</a:t>
            </a:r>
          </a:p>
          <a:p>
            <a:pPr marL="457200" indent="-457200">
              <a:buFont typeface="Arial"/>
              <a:buChar char="•"/>
            </a:pPr>
            <a:r>
              <a:rPr lang="en-US" dirty="0"/>
              <a:t>Proper </a:t>
            </a:r>
            <a:r>
              <a:rPr lang="en-US" b="1" dirty="0">
                <a:solidFill>
                  <a:srgbClr val="C00000"/>
                </a:solidFill>
                <a:latin typeface="Inconsolata"/>
              </a:rPr>
              <a:t>new</a:t>
            </a:r>
            <a:r>
              <a:rPr lang="en-US" dirty="0"/>
              <a:t> / </a:t>
            </a:r>
            <a:r>
              <a:rPr lang="en-US" b="1" dirty="0">
                <a:solidFill>
                  <a:srgbClr val="C00000"/>
                </a:solidFill>
                <a:latin typeface="Inconsolata"/>
              </a:rPr>
              <a:t>delete[]</a:t>
            </a:r>
            <a:r>
              <a:rPr lang="en-US" dirty="0"/>
              <a:t> memory management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Apply the full </a:t>
            </a:r>
            <a:r>
              <a:rPr lang="en-US" b="1" dirty="0">
                <a:solidFill>
                  <a:schemeClr val="accent1"/>
                </a:solidFill>
              </a:rPr>
              <a:t>Review → Revise → Test</a:t>
            </a:r>
            <a:r>
              <a:rPr lang="en-US" dirty="0"/>
              <a:t> cycle before submitting.</a:t>
            </a:r>
          </a:p>
        </p:txBody>
      </p:sp>
    </p:spTree>
    <p:extLst>
      <p:ext uri="{BB962C8B-B14F-4D97-AF65-F5344CB8AC3E}">
        <p14:creationId xmlns:p14="http://schemas.microsoft.com/office/powerpoint/2010/main" val="1884548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F0C54-CCF8-7E0A-7183-B068E15B3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Common Anti-Patterns with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3D898-A405-C74D-80F8-BEAFBA153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What NOT to do: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Arial"/>
              <a:buChar char="•"/>
            </a:pPr>
            <a:r>
              <a:rPr lang="en-US" b="1" dirty="0">
                <a:solidFill>
                  <a:srgbClr val="C00000"/>
                </a:solidFill>
              </a:rPr>
              <a:t>Copy-paste without reading</a:t>
            </a:r>
            <a:r>
              <a:rPr lang="en-US" dirty="0"/>
              <a:t> — you won’t learn, and bugs slip in</a:t>
            </a:r>
          </a:p>
          <a:p>
            <a:pPr marL="457200" indent="-457200">
              <a:buFont typeface="Arial"/>
              <a:buChar char="•"/>
            </a:pPr>
            <a:r>
              <a:rPr lang="en-US" b="1" dirty="0">
                <a:solidFill>
                  <a:srgbClr val="C00000"/>
                </a:solidFill>
              </a:rPr>
              <a:t>Trusting LLM output blindly</a:t>
            </a:r>
            <a:r>
              <a:rPr lang="en-US" dirty="0"/>
              <a:t> — it can be subtly wrong</a:t>
            </a:r>
          </a:p>
          <a:p>
            <a:pPr marL="457200" indent="-457200">
              <a:buFont typeface="Arial"/>
              <a:buChar char="•"/>
            </a:pPr>
            <a:r>
              <a:rPr lang="en-US" b="1" dirty="0">
                <a:solidFill>
                  <a:srgbClr val="C00000"/>
                </a:solidFill>
              </a:rPr>
              <a:t>Using deprecated functions</a:t>
            </a:r>
            <a:r>
              <a:rPr lang="en-US" dirty="0"/>
              <a:t> the LLM suggests (e.g. </a:t>
            </a:r>
            <a:r>
              <a:rPr lang="en-US" dirty="0">
                <a:latin typeface="Inconsolata"/>
              </a:rPr>
              <a:t>gets()</a:t>
            </a:r>
            <a:r>
              <a:rPr lang="en-US" dirty="0"/>
              <a:t>)</a:t>
            </a:r>
          </a:p>
          <a:p>
            <a:pPr marL="457200" indent="-457200">
              <a:buFont typeface="Arial"/>
              <a:buChar char="•"/>
            </a:pPr>
            <a:r>
              <a:rPr lang="en-US" b="1" dirty="0">
                <a:solidFill>
                  <a:srgbClr val="C00000"/>
                </a:solidFill>
              </a:rPr>
              <a:t>Skipping compilation</a:t>
            </a:r>
            <a:r>
              <a:rPr lang="en-US" dirty="0"/>
              <a:t> — “it looks right” is not testing</a:t>
            </a:r>
          </a:p>
          <a:p>
            <a:pPr marL="457200" indent="-457200">
              <a:buFont typeface="Arial"/>
              <a:buChar char="•"/>
            </a:pPr>
            <a:r>
              <a:rPr lang="en-US" b="1" dirty="0">
                <a:solidFill>
                  <a:srgbClr val="C00000"/>
                </a:solidFill>
              </a:rPr>
              <a:t>Asking the LLM to “fix it” repeatedly</a:t>
            </a:r>
            <a:r>
              <a:rPr lang="en-US" dirty="0"/>
              <a:t> without understanding the error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Treat the LLM as a junior colleague — review everything it produces.</a:t>
            </a:r>
          </a:p>
        </p:txBody>
      </p:sp>
    </p:spTree>
    <p:extLst>
      <p:ext uri="{BB962C8B-B14F-4D97-AF65-F5344CB8AC3E}">
        <p14:creationId xmlns:p14="http://schemas.microsoft.com/office/powerpoint/2010/main" val="346703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AFDEB-AE1A-42BF-7BB7-D1FB9CFBC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The Review → Revise → Test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2674C-DFD2-B6E9-8897-86F0053F6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388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Every time you get code from an LLM, follow this cycle: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Arial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Review</a:t>
            </a:r>
            <a:r>
              <a:rPr lang="en-US" dirty="0"/>
              <a:t> — Read every line. Do you understand it?</a:t>
            </a:r>
          </a:p>
          <a:p>
            <a:pPr marL="457200" indent="-457200">
              <a:buFont typeface="Arial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Revise</a:t>
            </a:r>
            <a:r>
              <a:rPr lang="en-US" dirty="0"/>
              <a:t> — Fix bugs, rename variables, add comments</a:t>
            </a:r>
          </a:p>
          <a:p>
            <a:pPr marL="457200" indent="-457200">
              <a:buFont typeface="Arial"/>
              <a:buAutoNum type="arabicPeriod"/>
            </a:pPr>
            <a:r>
              <a:rPr lang="en-US" b="1" dirty="0">
                <a:solidFill>
                  <a:schemeClr val="accent1"/>
                </a:solidFill>
              </a:rPr>
              <a:t>Test</a:t>
            </a:r>
            <a:r>
              <a:rPr lang="en-US" dirty="0"/>
              <a:t> — Compile, run with normal </a:t>
            </a:r>
            <a:r>
              <a:rPr lang="en-US" b="1" dirty="0"/>
              <a:t>and</a:t>
            </a:r>
            <a:r>
              <a:rPr lang="en-US" dirty="0"/>
              <a:t> edge-case inputs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tests fail → go back to step 1. </a:t>
            </a:r>
            <a:r>
              <a:rPr lang="en-US" b="1" dirty="0">
                <a:solidFill>
                  <a:srgbClr val="C00000"/>
                </a:solidFill>
              </a:rPr>
              <a:t>Do not</a:t>
            </a:r>
            <a:r>
              <a:rPr lang="en-US" dirty="0"/>
              <a:t> just ask the LLM to fix it without understanding the error yourself.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This workflow is the core discipline of this lab.</a:t>
            </a:r>
          </a:p>
        </p:txBody>
      </p:sp>
    </p:spTree>
    <p:extLst>
      <p:ext uri="{BB962C8B-B14F-4D97-AF65-F5344CB8AC3E}">
        <p14:creationId xmlns:p14="http://schemas.microsoft.com/office/powerpoint/2010/main" val="3995100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595C-120B-C765-9EC5-7A72EE2D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2125"/>
            <a:ext cx="10515600" cy="993775"/>
          </a:xfrm>
        </p:spPr>
        <p:txBody>
          <a:bodyPr>
            <a:normAutofit/>
          </a:bodyPr>
          <a:lstStyle/>
          <a:p>
            <a:r>
              <a:rPr lang="en-US" sz="3600" b="1" dirty="0"/>
              <a:t>Before You Submit: Checklist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29585-9E88-C63C-A441-BB8CA92B5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/>
              <a:buChar char="¨"/>
            </a:pPr>
            <a:r>
              <a:rPr lang="en-US" dirty="0"/>
              <a:t>I can </a:t>
            </a:r>
            <a:r>
              <a:rPr lang="en-US" b="1" dirty="0"/>
              <a:t>explain every line</a:t>
            </a:r>
            <a:r>
              <a:rPr lang="en-US" dirty="0"/>
              <a:t> of my code</a:t>
            </a:r>
          </a:p>
          <a:p>
            <a:pPr marL="457200" indent="-457200">
              <a:buFont typeface="Wingdings"/>
              <a:buChar char="¨"/>
            </a:pPr>
            <a:r>
              <a:rPr lang="en-US" dirty="0"/>
              <a:t>The code </a:t>
            </a:r>
            <a:r>
              <a:rPr lang="en-US" b="1" dirty="0">
                <a:solidFill>
                  <a:srgbClr val="C00000"/>
                </a:solidFill>
              </a:rPr>
              <a:t>compiles without warnings</a:t>
            </a:r>
            <a:r>
              <a:rPr lang="en-US" dirty="0"/>
              <a:t> (</a:t>
            </a:r>
            <a:r>
              <a:rPr lang="en-US" dirty="0">
                <a:latin typeface="Inconsolata"/>
              </a:rPr>
              <a:t>g++ -Wall -Wextra</a:t>
            </a:r>
            <a:r>
              <a:rPr lang="en-US" dirty="0"/>
              <a:t>)</a:t>
            </a:r>
          </a:p>
          <a:p>
            <a:pPr marL="457200" indent="-457200">
              <a:buFont typeface="Wingdings"/>
              <a:buChar char="¨"/>
            </a:pPr>
            <a:r>
              <a:rPr lang="en-US" dirty="0"/>
              <a:t>I tested with </a:t>
            </a:r>
            <a:r>
              <a:rPr lang="en-US" b="1" dirty="0"/>
              <a:t>normal inputs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edge cases</a:t>
            </a:r>
          </a:p>
          <a:p>
            <a:pPr marL="457200" indent="-457200">
              <a:buFont typeface="Wingdings"/>
              <a:buChar char="¨"/>
            </a:pPr>
            <a:r>
              <a:rPr lang="en-US" dirty="0"/>
              <a:t>All </a:t>
            </a:r>
            <a:r>
              <a:rPr lang="en-US" b="1" dirty="0">
                <a:solidFill>
                  <a:srgbClr val="C00000"/>
                </a:solidFill>
              </a:rPr>
              <a:t>dynamic memory</a:t>
            </a:r>
            <a:r>
              <a:rPr lang="en-US" dirty="0"/>
              <a:t> is properly freed (no leaks)</a:t>
            </a:r>
          </a:p>
          <a:p>
            <a:pPr marL="457200" indent="-457200">
              <a:buFont typeface="Wingdings"/>
              <a:buChar char="¨"/>
            </a:pPr>
            <a:r>
              <a:rPr lang="en-US" dirty="0"/>
              <a:t>I did </a:t>
            </a:r>
            <a:r>
              <a:rPr lang="en-US" b="1" dirty="0"/>
              <a:t>not</a:t>
            </a:r>
            <a:r>
              <a:rPr lang="en-US" dirty="0"/>
              <a:t> use deprecated or unsafe functions</a:t>
            </a:r>
          </a:p>
          <a:p>
            <a:pPr marL="457200" indent="-457200">
              <a:buFont typeface="Wingdings"/>
              <a:buChar char="¨"/>
            </a:pPr>
            <a:r>
              <a:rPr lang="en-US" dirty="0"/>
              <a:t>Variable names are </a:t>
            </a:r>
            <a:r>
              <a:rPr lang="en-US" b="1" dirty="0">
                <a:solidFill>
                  <a:schemeClr val="accent1"/>
                </a:solidFill>
              </a:rPr>
              <a:t>meaningful</a:t>
            </a:r>
            <a:r>
              <a:rPr lang="en-US" dirty="0"/>
              <a:t> and code is </a:t>
            </a:r>
            <a:r>
              <a:rPr lang="en-US" b="1" dirty="0">
                <a:solidFill>
                  <a:schemeClr val="accent1"/>
                </a:solidFill>
              </a:rPr>
              <a:t>commented</a:t>
            </a:r>
          </a:p>
          <a:p>
            <a:pPr marL="457200" indent="-457200">
              <a:buFont typeface="Wingdings"/>
              <a:buChar char="¨"/>
            </a:pPr>
            <a:r>
              <a:rPr lang="en-US" dirty="0"/>
              <a:t>All exercises uploaded to </a:t>
            </a:r>
            <a:r>
              <a:rPr lang="en-US" b="1" dirty="0">
                <a:solidFill>
                  <a:schemeClr val="accent1"/>
                </a:solidFill>
              </a:rPr>
              <a:t>Aulaweb</a:t>
            </a:r>
          </a:p>
        </p:txBody>
      </p:sp>
    </p:spTree>
    <p:extLst>
      <p:ext uri="{BB962C8B-B14F-4D97-AF65-F5344CB8AC3E}">
        <p14:creationId xmlns:p14="http://schemas.microsoft.com/office/powerpoint/2010/main" val="3381483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6270514591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7da3e24-a677-4013-8740-46cca1e3cbaa}">
  <we:reference id="WA200010001" version="1.0.0.1" store="en-US" storeType="OMEX"/>
  <we:alternateReferences/>
  <we:properties>
    <we:property name="Microsoft.Office.CampaignId" value="&quot;none&quot;"/>
    <we:property name="claude.fileId" value="&quot;ed4cc6c4-a00f-4ed4-b255-06b6ac165d8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2291</TotalTime>
  <Words>1353</Words>
  <Application>Microsoft Office PowerPoint</Application>
  <PresentationFormat>Widescreen</PresentationFormat>
  <Paragraphs>160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Inconsolata</vt:lpstr>
      <vt:lpstr>Wingdings</vt:lpstr>
      <vt:lpstr>Office Theme [1776270514591]</vt:lpstr>
      <vt:lpstr>PowerPoint Presentation</vt:lpstr>
      <vt:lpstr>Today…</vt:lpstr>
      <vt:lpstr>What are LLMs?</vt:lpstr>
      <vt:lpstr>ChatGPT for C++ Development</vt:lpstr>
      <vt:lpstr>GitHub Copilot in VS Code</vt:lpstr>
      <vt:lpstr>Setting Up Your Environment</vt:lpstr>
      <vt:lpstr>The Golden Rules of Using LLMs</vt:lpstr>
      <vt:lpstr>Exercise 1: Generate a Function with ChatGPT</vt:lpstr>
      <vt:lpstr>Exercise 2: Prompt Engineering – Good vs. Bad</vt:lpstr>
      <vt:lpstr>Exercise 3: Copilot Autocomplete Challenge</vt:lpstr>
      <vt:lpstr>Exercise 4: Spot the Bug in LLM Code</vt:lpstr>
      <vt:lpstr>Exercise 5: Dynamic Array with Copilot</vt:lpstr>
      <vt:lpstr>Exercise 6: Refactor with ChatGPT</vt:lpstr>
      <vt:lpstr>Exercise 7: Memory Leak Detection</vt:lpstr>
      <vt:lpstr>Exercise 8: Full Program with Review Cycle</vt:lpstr>
      <vt:lpstr>Common Anti-Patterns with LLMs</vt:lpstr>
      <vt:lpstr>The Review → Revise → Test Workflow</vt:lpstr>
      <vt:lpstr>Before You Submit: Checklist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Muhammad Mohsin</cp:lastModifiedBy>
  <cp:revision>5</cp:revision>
  <dcterms:created xsi:type="dcterms:W3CDTF">2018-06-07T21:39:02Z</dcterms:created>
  <dcterms:modified xsi:type="dcterms:W3CDTF">2026-04-16T10:09:42Z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